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65" r:id="rId1"/>
  </p:sldMasterIdLst>
  <p:notesMasterIdLst>
    <p:notesMasterId r:id="rId15"/>
  </p:notesMasterIdLst>
  <p:sldIdLst>
    <p:sldId id="256" r:id="rId2"/>
    <p:sldId id="285" r:id="rId3"/>
    <p:sldId id="296" r:id="rId4"/>
    <p:sldId id="297" r:id="rId5"/>
    <p:sldId id="298" r:id="rId6"/>
    <p:sldId id="300" r:id="rId7"/>
    <p:sldId id="299" r:id="rId8"/>
    <p:sldId id="301" r:id="rId9"/>
    <p:sldId id="302" r:id="rId10"/>
    <p:sldId id="295" r:id="rId11"/>
    <p:sldId id="281" r:id="rId12"/>
    <p:sldId id="283" r:id="rId13"/>
    <p:sldId id="27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608CCB-E53A-4EA0-989E-5B619290C578}" v="33" dt="2025-05-19T00:06:24.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07" autoAdjust="0"/>
    <p:restoredTop sz="94660"/>
  </p:normalViewPr>
  <p:slideViewPr>
    <p:cSldViewPr snapToGrid="0">
      <p:cViewPr varScale="1">
        <p:scale>
          <a:sx n="75" d="100"/>
          <a:sy n="75" d="100"/>
        </p:scale>
        <p:origin x="70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Raj" userId="e7a85b2d4290901d" providerId="LiveId" clId="{D6608CCB-E53A-4EA0-989E-5B619290C578}"/>
    <pc:docChg chg="undo custSel addSld delSld modSld">
      <pc:chgData name="Ayush Raj" userId="e7a85b2d4290901d" providerId="LiveId" clId="{D6608CCB-E53A-4EA0-989E-5B619290C578}" dt="2025-05-19T06:18:49.740" v="1170" actId="20577"/>
      <pc:docMkLst>
        <pc:docMk/>
      </pc:docMkLst>
      <pc:sldChg chg="modSp mod">
        <pc:chgData name="Ayush Raj" userId="e7a85b2d4290901d" providerId="LiveId" clId="{D6608CCB-E53A-4EA0-989E-5B619290C578}" dt="2025-05-18T22:52:38.970" v="390" actId="20577"/>
        <pc:sldMkLst>
          <pc:docMk/>
          <pc:sldMk cId="2715633532" sldId="256"/>
        </pc:sldMkLst>
        <pc:spChg chg="mod">
          <ac:chgData name="Ayush Raj" userId="e7a85b2d4290901d" providerId="LiveId" clId="{D6608CCB-E53A-4EA0-989E-5B619290C578}" dt="2025-05-18T22:52:38.970" v="390" actId="20577"/>
          <ac:spMkLst>
            <pc:docMk/>
            <pc:sldMk cId="2715633532" sldId="256"/>
            <ac:spMk id="4" creationId="{CADD9C02-C3A9-4A92-B86E-7009A08B1A7E}"/>
          </ac:spMkLst>
        </pc:spChg>
      </pc:sldChg>
      <pc:sldChg chg="del">
        <pc:chgData name="Ayush Raj" userId="e7a85b2d4290901d" providerId="LiveId" clId="{D6608CCB-E53A-4EA0-989E-5B619290C578}" dt="2025-05-18T19:16:22.121" v="140" actId="2696"/>
        <pc:sldMkLst>
          <pc:docMk/>
          <pc:sldMk cId="1554754590" sldId="259"/>
        </pc:sldMkLst>
      </pc:sldChg>
      <pc:sldChg chg="del">
        <pc:chgData name="Ayush Raj" userId="e7a85b2d4290901d" providerId="LiveId" clId="{D6608CCB-E53A-4EA0-989E-5B619290C578}" dt="2025-05-18T19:45:39.151" v="184" actId="2696"/>
        <pc:sldMkLst>
          <pc:docMk/>
          <pc:sldMk cId="1593116916" sldId="266"/>
        </pc:sldMkLst>
      </pc:sldChg>
      <pc:sldChg chg="modSp mod">
        <pc:chgData name="Ayush Raj" userId="e7a85b2d4290901d" providerId="LiveId" clId="{D6608CCB-E53A-4EA0-989E-5B619290C578}" dt="2025-05-19T06:18:49.740" v="1170" actId="20577"/>
        <pc:sldMkLst>
          <pc:docMk/>
          <pc:sldMk cId="1460966306" sldId="281"/>
        </pc:sldMkLst>
        <pc:spChg chg="mod">
          <ac:chgData name="Ayush Raj" userId="e7a85b2d4290901d" providerId="LiveId" clId="{D6608CCB-E53A-4EA0-989E-5B619290C578}" dt="2025-05-19T06:18:49.740" v="1170" actId="20577"/>
          <ac:spMkLst>
            <pc:docMk/>
            <pc:sldMk cId="1460966306" sldId="281"/>
            <ac:spMk id="3" creationId="{821AFC40-8CAC-470C-A3C2-1149B6070DC3}"/>
          </ac:spMkLst>
        </pc:spChg>
      </pc:sldChg>
      <pc:sldChg chg="modSp mod">
        <pc:chgData name="Ayush Raj" userId="e7a85b2d4290901d" providerId="LiveId" clId="{D6608CCB-E53A-4EA0-989E-5B619290C578}" dt="2025-05-19T00:06:59.296" v="1164" actId="255"/>
        <pc:sldMkLst>
          <pc:docMk/>
          <pc:sldMk cId="4259564927" sldId="283"/>
        </pc:sldMkLst>
        <pc:spChg chg="mod">
          <ac:chgData name="Ayush Raj" userId="e7a85b2d4290901d" providerId="LiveId" clId="{D6608CCB-E53A-4EA0-989E-5B619290C578}" dt="2025-05-19T00:06:59.296" v="1164" actId="255"/>
          <ac:spMkLst>
            <pc:docMk/>
            <pc:sldMk cId="4259564927" sldId="283"/>
            <ac:spMk id="3" creationId="{8B239658-CC73-195D-F831-FAFE7CCFC084}"/>
          </ac:spMkLst>
        </pc:spChg>
      </pc:sldChg>
      <pc:sldChg chg="modSp mod">
        <pc:chgData name="Ayush Raj" userId="e7a85b2d4290901d" providerId="LiveId" clId="{D6608CCB-E53A-4EA0-989E-5B619290C578}" dt="2025-05-18T19:52:14.737" v="282" actId="20577"/>
        <pc:sldMkLst>
          <pc:docMk/>
          <pc:sldMk cId="1843644385" sldId="285"/>
        </pc:sldMkLst>
        <pc:spChg chg="mod">
          <ac:chgData name="Ayush Raj" userId="e7a85b2d4290901d" providerId="LiveId" clId="{D6608CCB-E53A-4EA0-989E-5B619290C578}" dt="2025-05-18T19:52:14.737" v="282" actId="20577"/>
          <ac:spMkLst>
            <pc:docMk/>
            <pc:sldMk cId="1843644385" sldId="285"/>
            <ac:spMk id="6" creationId="{BBC63638-17FF-E7DB-CA5A-F599765FD2A2}"/>
          </ac:spMkLst>
        </pc:spChg>
      </pc:sldChg>
      <pc:sldChg chg="modSp add del mod">
        <pc:chgData name="Ayush Raj" userId="e7a85b2d4290901d" providerId="LiveId" clId="{D6608CCB-E53A-4EA0-989E-5B619290C578}" dt="2025-05-18T20:19:05.340" v="377" actId="2696"/>
        <pc:sldMkLst>
          <pc:docMk/>
          <pc:sldMk cId="1642910965" sldId="286"/>
        </pc:sldMkLst>
        <pc:spChg chg="mod">
          <ac:chgData name="Ayush Raj" userId="e7a85b2d4290901d" providerId="LiveId" clId="{D6608CCB-E53A-4EA0-989E-5B619290C578}" dt="2025-05-18T17:54:51.088" v="1" actId="1076"/>
          <ac:spMkLst>
            <pc:docMk/>
            <pc:sldMk cId="1642910965" sldId="286"/>
            <ac:spMk id="2" creationId="{FD2DB92E-2378-6B63-447B-009E1E3FB151}"/>
          </ac:spMkLst>
        </pc:spChg>
        <pc:spChg chg="mod">
          <ac:chgData name="Ayush Raj" userId="e7a85b2d4290901d" providerId="LiveId" clId="{D6608CCB-E53A-4EA0-989E-5B619290C578}" dt="2025-05-18T17:56:44.767" v="2" actId="14100"/>
          <ac:spMkLst>
            <pc:docMk/>
            <pc:sldMk cId="1642910965" sldId="286"/>
            <ac:spMk id="3" creationId="{0718E657-FC4D-CB96-DA53-BE8ED2408D74}"/>
          </ac:spMkLst>
        </pc:spChg>
      </pc:sldChg>
      <pc:sldChg chg="del">
        <pc:chgData name="Ayush Raj" userId="e7a85b2d4290901d" providerId="LiveId" clId="{D6608CCB-E53A-4EA0-989E-5B619290C578}" dt="2025-05-18T19:17:48.879" v="141" actId="2696"/>
        <pc:sldMkLst>
          <pc:docMk/>
          <pc:sldMk cId="3663287406" sldId="287"/>
        </pc:sldMkLst>
      </pc:sldChg>
      <pc:sldChg chg="del">
        <pc:chgData name="Ayush Raj" userId="e7a85b2d4290901d" providerId="LiveId" clId="{D6608CCB-E53A-4EA0-989E-5B619290C578}" dt="2025-05-18T19:18:19.743" v="143" actId="47"/>
        <pc:sldMkLst>
          <pc:docMk/>
          <pc:sldMk cId="1066009005" sldId="288"/>
        </pc:sldMkLst>
      </pc:sldChg>
      <pc:sldChg chg="del">
        <pc:chgData name="Ayush Raj" userId="e7a85b2d4290901d" providerId="LiveId" clId="{D6608CCB-E53A-4EA0-989E-5B619290C578}" dt="2025-05-18T19:18:20.772" v="144" actId="47"/>
        <pc:sldMkLst>
          <pc:docMk/>
          <pc:sldMk cId="7188977" sldId="289"/>
        </pc:sldMkLst>
      </pc:sldChg>
      <pc:sldChg chg="del">
        <pc:chgData name="Ayush Raj" userId="e7a85b2d4290901d" providerId="LiveId" clId="{D6608CCB-E53A-4EA0-989E-5B619290C578}" dt="2025-05-18T19:18:22.652" v="145" actId="47"/>
        <pc:sldMkLst>
          <pc:docMk/>
          <pc:sldMk cId="196570235" sldId="290"/>
        </pc:sldMkLst>
      </pc:sldChg>
      <pc:sldChg chg="del">
        <pc:chgData name="Ayush Raj" userId="e7a85b2d4290901d" providerId="LiveId" clId="{D6608CCB-E53A-4EA0-989E-5B619290C578}" dt="2025-05-18T19:18:16.963" v="142" actId="47"/>
        <pc:sldMkLst>
          <pc:docMk/>
          <pc:sldMk cId="2982826906" sldId="291"/>
        </pc:sldMkLst>
      </pc:sldChg>
      <pc:sldChg chg="del">
        <pc:chgData name="Ayush Raj" userId="e7a85b2d4290901d" providerId="LiveId" clId="{D6608CCB-E53A-4EA0-989E-5B619290C578}" dt="2025-05-18T19:18:24.848" v="146" actId="47"/>
        <pc:sldMkLst>
          <pc:docMk/>
          <pc:sldMk cId="1450203361" sldId="292"/>
        </pc:sldMkLst>
      </pc:sldChg>
      <pc:sldChg chg="modSp mod">
        <pc:chgData name="Ayush Raj" userId="e7a85b2d4290901d" providerId="LiveId" clId="{D6608CCB-E53A-4EA0-989E-5B619290C578}" dt="2025-05-18T19:45:00.235" v="183" actId="20577"/>
        <pc:sldMkLst>
          <pc:docMk/>
          <pc:sldMk cId="3734043997" sldId="295"/>
        </pc:sldMkLst>
        <pc:spChg chg="mod">
          <ac:chgData name="Ayush Raj" userId="e7a85b2d4290901d" providerId="LiveId" clId="{D6608CCB-E53A-4EA0-989E-5B619290C578}" dt="2025-05-18T19:45:00.235" v="183" actId="20577"/>
          <ac:spMkLst>
            <pc:docMk/>
            <pc:sldMk cId="3734043997" sldId="295"/>
            <ac:spMk id="3" creationId="{5E1782E4-E6C8-77B3-7FA3-C7A08BC3893B}"/>
          </ac:spMkLst>
        </pc:spChg>
      </pc:sldChg>
      <pc:sldChg chg="addSp delSp modSp mod">
        <pc:chgData name="Ayush Raj" userId="e7a85b2d4290901d" providerId="LiveId" clId="{D6608CCB-E53A-4EA0-989E-5B619290C578}" dt="2025-05-18T23:30:51.696" v="484" actId="1076"/>
        <pc:sldMkLst>
          <pc:docMk/>
          <pc:sldMk cId="1372601431" sldId="296"/>
        </pc:sldMkLst>
        <pc:spChg chg="add mod">
          <ac:chgData name="Ayush Raj" userId="e7a85b2d4290901d" providerId="LiveId" clId="{D6608CCB-E53A-4EA0-989E-5B619290C578}" dt="2025-05-18T23:30:51.696" v="484" actId="1076"/>
          <ac:spMkLst>
            <pc:docMk/>
            <pc:sldMk cId="1372601431" sldId="296"/>
            <ac:spMk id="3" creationId="{2BF5DFFD-BAB9-7FC7-D005-5BAA0A3E9E62}"/>
          </ac:spMkLst>
        </pc:spChg>
        <pc:picChg chg="add del mod">
          <ac:chgData name="Ayush Raj" userId="e7a85b2d4290901d" providerId="LiveId" clId="{D6608CCB-E53A-4EA0-989E-5B619290C578}" dt="2025-05-18T18:40:14.041" v="49" actId="14100"/>
          <ac:picMkLst>
            <pc:docMk/>
            <pc:sldMk cId="1372601431" sldId="296"/>
            <ac:picMk id="5" creationId="{8504D292-B4CA-623B-7AE3-7B5DEF8150B8}"/>
          </ac:picMkLst>
        </pc:picChg>
        <pc:picChg chg="add mod">
          <ac:chgData name="Ayush Raj" userId="e7a85b2d4290901d" providerId="LiveId" clId="{D6608CCB-E53A-4EA0-989E-5B619290C578}" dt="2025-05-18T18:40:13.202" v="47" actId="571"/>
          <ac:picMkLst>
            <pc:docMk/>
            <pc:sldMk cId="1372601431" sldId="296"/>
            <ac:picMk id="7" creationId="{A7FA9E31-5932-5C3E-46B9-A12CB03854A2}"/>
          </ac:picMkLst>
        </pc:picChg>
        <pc:picChg chg="add">
          <ac:chgData name="Ayush Raj" userId="e7a85b2d4290901d" providerId="LiveId" clId="{D6608CCB-E53A-4EA0-989E-5B619290C578}" dt="2025-05-18T18:39:10.314" v="31"/>
          <ac:picMkLst>
            <pc:docMk/>
            <pc:sldMk cId="1372601431" sldId="296"/>
            <ac:picMk id="1026" creationId="{256572FC-45B6-B70A-200F-ACE7C9C98650}"/>
          </ac:picMkLst>
        </pc:picChg>
      </pc:sldChg>
      <pc:sldChg chg="modSp">
        <pc:chgData name="Ayush Raj" userId="e7a85b2d4290901d" providerId="LiveId" clId="{D6608CCB-E53A-4EA0-989E-5B619290C578}" dt="2025-05-18T19:52:40.206" v="283" actId="1076"/>
        <pc:sldMkLst>
          <pc:docMk/>
          <pc:sldMk cId="3939145468" sldId="297"/>
        </pc:sldMkLst>
        <pc:spChg chg="mod">
          <ac:chgData name="Ayush Raj" userId="e7a85b2d4290901d" providerId="LiveId" clId="{D6608CCB-E53A-4EA0-989E-5B619290C578}" dt="2025-05-18T19:52:40.206" v="283" actId="1076"/>
          <ac:spMkLst>
            <pc:docMk/>
            <pc:sldMk cId="3939145468" sldId="297"/>
            <ac:spMk id="14" creationId="{F2B3377B-3D1D-6CCE-5D61-4E40E744AACA}"/>
          </ac:spMkLst>
        </pc:spChg>
      </pc:sldChg>
      <pc:sldChg chg="addSp modSp mod">
        <pc:chgData name="Ayush Raj" userId="e7a85b2d4290901d" providerId="LiveId" clId="{D6608CCB-E53A-4EA0-989E-5B619290C578}" dt="2025-05-18T23:35:30.331" v="635" actId="1076"/>
        <pc:sldMkLst>
          <pc:docMk/>
          <pc:sldMk cId="654607480" sldId="298"/>
        </pc:sldMkLst>
        <pc:spChg chg="add mod">
          <ac:chgData name="Ayush Raj" userId="e7a85b2d4290901d" providerId="LiveId" clId="{D6608CCB-E53A-4EA0-989E-5B619290C578}" dt="2025-05-18T23:31:45.118" v="507" actId="1076"/>
          <ac:spMkLst>
            <pc:docMk/>
            <pc:sldMk cId="654607480" sldId="298"/>
            <ac:spMk id="3" creationId="{E78C012F-7CCD-7BD4-3B73-4E73FCDFBF51}"/>
          </ac:spMkLst>
        </pc:spChg>
        <pc:spChg chg="add mod">
          <ac:chgData name="Ayush Raj" userId="e7a85b2d4290901d" providerId="LiveId" clId="{D6608CCB-E53A-4EA0-989E-5B619290C578}" dt="2025-05-18T23:33:32.676" v="553" actId="1076"/>
          <ac:spMkLst>
            <pc:docMk/>
            <pc:sldMk cId="654607480" sldId="298"/>
            <ac:spMk id="5" creationId="{98866FFF-F53B-FC26-3BB0-D1BF19F85BAA}"/>
          </ac:spMkLst>
        </pc:spChg>
        <pc:spChg chg="add mod">
          <ac:chgData name="Ayush Raj" userId="e7a85b2d4290901d" providerId="LiveId" clId="{D6608CCB-E53A-4EA0-989E-5B619290C578}" dt="2025-05-18T23:34:17.651" v="586" actId="1076"/>
          <ac:spMkLst>
            <pc:docMk/>
            <pc:sldMk cId="654607480" sldId="298"/>
            <ac:spMk id="7" creationId="{3DB4017B-F127-08CE-015B-B7502FEDB957}"/>
          </ac:spMkLst>
        </pc:spChg>
        <pc:spChg chg="add mod">
          <ac:chgData name="Ayush Raj" userId="e7a85b2d4290901d" providerId="LiveId" clId="{D6608CCB-E53A-4EA0-989E-5B619290C578}" dt="2025-05-18T23:35:30.331" v="635" actId="1076"/>
          <ac:spMkLst>
            <pc:docMk/>
            <pc:sldMk cId="654607480" sldId="298"/>
            <ac:spMk id="8" creationId="{843850D3-8474-9405-1FB3-8C1988BB8A28}"/>
          </ac:spMkLst>
        </pc:spChg>
        <pc:picChg chg="mod">
          <ac:chgData name="Ayush Raj" userId="e7a85b2d4290901d" providerId="LiveId" clId="{D6608CCB-E53A-4EA0-989E-5B619290C578}" dt="2025-05-18T23:32:16.510" v="508" actId="1076"/>
          <ac:picMkLst>
            <pc:docMk/>
            <pc:sldMk cId="654607480" sldId="298"/>
            <ac:picMk id="18" creationId="{5F040658-70F8-CD10-2107-B7B114848885}"/>
          </ac:picMkLst>
        </pc:picChg>
      </pc:sldChg>
      <pc:sldChg chg="addSp delSp modSp mod">
        <pc:chgData name="Ayush Raj" userId="e7a85b2d4290901d" providerId="LiveId" clId="{D6608CCB-E53A-4EA0-989E-5B619290C578}" dt="2025-05-18T23:37:57.160" v="724" actId="1076"/>
        <pc:sldMkLst>
          <pc:docMk/>
          <pc:sldMk cId="3108232009" sldId="299"/>
        </pc:sldMkLst>
        <pc:spChg chg="add mod">
          <ac:chgData name="Ayush Raj" userId="e7a85b2d4290901d" providerId="LiveId" clId="{D6608CCB-E53A-4EA0-989E-5B619290C578}" dt="2025-05-18T23:37:57.160" v="724" actId="1076"/>
          <ac:spMkLst>
            <pc:docMk/>
            <pc:sldMk cId="3108232009" sldId="299"/>
            <ac:spMk id="3" creationId="{1636EFF4-E6AE-B132-5E31-8A23ACCC16EA}"/>
          </ac:spMkLst>
        </pc:spChg>
        <pc:spChg chg="add mod">
          <ac:chgData name="Ayush Raj" userId="e7a85b2d4290901d" providerId="LiveId" clId="{D6608CCB-E53A-4EA0-989E-5B619290C578}" dt="2025-05-18T20:17:58.423" v="376" actId="20577"/>
          <ac:spMkLst>
            <pc:docMk/>
            <pc:sldMk cId="3108232009" sldId="299"/>
            <ac:spMk id="4" creationId="{3B83465F-1CAC-3743-11C1-4D4B28F2CC2A}"/>
          </ac:spMkLst>
        </pc:spChg>
        <pc:spChg chg="mod">
          <ac:chgData name="Ayush Raj" userId="e7a85b2d4290901d" providerId="LiveId" clId="{D6608CCB-E53A-4EA0-989E-5B619290C578}" dt="2025-05-18T20:17:41.594" v="370" actId="1076"/>
          <ac:spMkLst>
            <pc:docMk/>
            <pc:sldMk cId="3108232009" sldId="299"/>
            <ac:spMk id="6" creationId="{C9B84020-B09F-FFFC-C618-A65D6BF6FC6C}"/>
          </ac:spMkLst>
        </pc:spChg>
        <pc:spChg chg="add mod">
          <ac:chgData name="Ayush Raj" userId="e7a85b2d4290901d" providerId="LiveId" clId="{D6608CCB-E53A-4EA0-989E-5B619290C578}" dt="2025-05-18T20:17:36.559" v="369" actId="1076"/>
          <ac:spMkLst>
            <pc:docMk/>
            <pc:sldMk cId="3108232009" sldId="299"/>
            <ac:spMk id="8" creationId="{C6E5B3AC-33A9-9F9C-A2DB-FD7C7DACBB46}"/>
          </ac:spMkLst>
        </pc:spChg>
        <pc:spChg chg="add del mod">
          <ac:chgData name="Ayush Raj" userId="e7a85b2d4290901d" providerId="LiveId" clId="{D6608CCB-E53A-4EA0-989E-5B619290C578}" dt="2025-05-18T20:16:12.574" v="350" actId="478"/>
          <ac:spMkLst>
            <pc:docMk/>
            <pc:sldMk cId="3108232009" sldId="299"/>
            <ac:spMk id="12" creationId="{8296A0BF-346D-64CE-B422-623EBB3B91F9}"/>
          </ac:spMkLst>
        </pc:spChg>
        <pc:picChg chg="del mod">
          <ac:chgData name="Ayush Raj" userId="e7a85b2d4290901d" providerId="LiveId" clId="{D6608CCB-E53A-4EA0-989E-5B619290C578}" dt="2025-05-18T19:04:45.667" v="50" actId="21"/>
          <ac:picMkLst>
            <pc:docMk/>
            <pc:sldMk cId="3108232009" sldId="299"/>
            <ac:picMk id="7" creationId="{547F3664-263D-7D98-6CF5-60609E481EFA}"/>
          </ac:picMkLst>
        </pc:picChg>
        <pc:picChg chg="del mod">
          <ac:chgData name="Ayush Raj" userId="e7a85b2d4290901d" providerId="LiveId" clId="{D6608CCB-E53A-4EA0-989E-5B619290C578}" dt="2025-05-18T18:10:19.422" v="8" actId="21"/>
          <ac:picMkLst>
            <pc:docMk/>
            <pc:sldMk cId="3108232009" sldId="299"/>
            <ac:picMk id="9" creationId="{5B3EFF74-E1B3-AF06-49C9-906A2A9D7DDC}"/>
          </ac:picMkLst>
        </pc:picChg>
        <pc:picChg chg="add mod">
          <ac:chgData name="Ayush Raj" userId="e7a85b2d4290901d" providerId="LiveId" clId="{D6608CCB-E53A-4EA0-989E-5B619290C578}" dt="2025-05-18T20:16:16.622" v="351" actId="1076"/>
          <ac:picMkLst>
            <pc:docMk/>
            <pc:sldMk cId="3108232009" sldId="299"/>
            <ac:picMk id="10" creationId="{C00B8413-B745-84CE-5477-3AC15DCF83D9}"/>
          </ac:picMkLst>
        </pc:picChg>
        <pc:picChg chg="del mod">
          <ac:chgData name="Ayush Raj" userId="e7a85b2d4290901d" providerId="LiveId" clId="{D6608CCB-E53A-4EA0-989E-5B619290C578}" dt="2025-05-18T18:12:36.413" v="27" actId="21"/>
          <ac:picMkLst>
            <pc:docMk/>
            <pc:sldMk cId="3108232009" sldId="299"/>
            <ac:picMk id="11" creationId="{C00B8413-B745-84CE-5477-3AC15DCF83D9}"/>
          </ac:picMkLst>
        </pc:picChg>
      </pc:sldChg>
      <pc:sldChg chg="addSp delSp modSp mod">
        <pc:chgData name="Ayush Raj" userId="e7a85b2d4290901d" providerId="LiveId" clId="{D6608CCB-E53A-4EA0-989E-5B619290C578}" dt="2025-05-18T23:36:53.486" v="675" actId="1076"/>
        <pc:sldMkLst>
          <pc:docMk/>
          <pc:sldMk cId="1939747098" sldId="300"/>
        </pc:sldMkLst>
        <pc:spChg chg="add mod">
          <ac:chgData name="Ayush Raj" userId="e7a85b2d4290901d" providerId="LiveId" clId="{D6608CCB-E53A-4EA0-989E-5B619290C578}" dt="2025-05-18T23:36:35.931" v="667" actId="1076"/>
          <ac:spMkLst>
            <pc:docMk/>
            <pc:sldMk cId="1939747098" sldId="300"/>
            <ac:spMk id="10" creationId="{8AD8B7C8-14C1-F28F-1D0F-3949F276BF57}"/>
          </ac:spMkLst>
        </pc:spChg>
        <pc:picChg chg="add mod">
          <ac:chgData name="Ayush Raj" userId="e7a85b2d4290901d" providerId="LiveId" clId="{D6608CCB-E53A-4EA0-989E-5B619290C578}" dt="2025-05-18T23:36:46.003" v="674" actId="1035"/>
          <ac:picMkLst>
            <pc:docMk/>
            <pc:sldMk cId="1939747098" sldId="300"/>
            <ac:picMk id="5" creationId="{CE6DD65C-CC3F-3DEE-8E69-86AE950C5BD1}"/>
          </ac:picMkLst>
        </pc:picChg>
        <pc:picChg chg="add del mod">
          <ac:chgData name="Ayush Raj" userId="e7a85b2d4290901d" providerId="LiveId" clId="{D6608CCB-E53A-4EA0-989E-5B619290C578}" dt="2025-05-18T22:58:25.538" v="403" actId="478"/>
          <ac:picMkLst>
            <pc:docMk/>
            <pc:sldMk cId="1939747098" sldId="300"/>
            <ac:picMk id="7" creationId="{C71E612B-361E-26D9-2F9A-68CB8FBE4E92}"/>
          </ac:picMkLst>
        </pc:picChg>
        <pc:picChg chg="add mod">
          <ac:chgData name="Ayush Raj" userId="e7a85b2d4290901d" providerId="LiveId" clId="{D6608CCB-E53A-4EA0-989E-5B619290C578}" dt="2025-05-18T23:36:53.486" v="675" actId="1076"/>
          <ac:picMkLst>
            <pc:docMk/>
            <pc:sldMk cId="1939747098" sldId="300"/>
            <ac:picMk id="9" creationId="{233F3F4B-E44C-A2D0-8EBC-6CB3DFD0BF1E}"/>
          </ac:picMkLst>
        </pc:picChg>
      </pc:sldChg>
      <pc:sldChg chg="addSp delSp modSp new mod">
        <pc:chgData name="Ayush Raj" userId="e7a85b2d4290901d" providerId="LiveId" clId="{D6608CCB-E53A-4EA0-989E-5B619290C578}" dt="2025-05-19T00:00:21.510" v="1104" actId="1076"/>
        <pc:sldMkLst>
          <pc:docMk/>
          <pc:sldMk cId="1378367784" sldId="301"/>
        </pc:sldMkLst>
        <pc:spChg chg="add mod">
          <ac:chgData name="Ayush Raj" userId="e7a85b2d4290901d" providerId="LiveId" clId="{D6608CCB-E53A-4EA0-989E-5B619290C578}" dt="2025-05-18T19:46:09.356" v="196" actId="1076"/>
          <ac:spMkLst>
            <pc:docMk/>
            <pc:sldMk cId="1378367784" sldId="301"/>
            <ac:spMk id="3" creationId="{21E5AD26-8261-61AB-9974-60F8496EBC8F}"/>
          </ac:spMkLst>
        </pc:spChg>
        <pc:spChg chg="add mod">
          <ac:chgData name="Ayush Raj" userId="e7a85b2d4290901d" providerId="LiveId" clId="{D6608CCB-E53A-4EA0-989E-5B619290C578}" dt="2025-05-18T23:59:36.745" v="1052" actId="1076"/>
          <ac:spMkLst>
            <pc:docMk/>
            <pc:sldMk cId="1378367784" sldId="301"/>
            <ac:spMk id="9" creationId="{40865732-1BB7-D9F5-8496-6FC992929D90}"/>
          </ac:spMkLst>
        </pc:spChg>
        <pc:spChg chg="add mod">
          <ac:chgData name="Ayush Raj" userId="e7a85b2d4290901d" providerId="LiveId" clId="{D6608CCB-E53A-4EA0-989E-5B619290C578}" dt="2025-05-19T00:00:21.510" v="1104" actId="1076"/>
          <ac:spMkLst>
            <pc:docMk/>
            <pc:sldMk cId="1378367784" sldId="301"/>
            <ac:spMk id="11" creationId="{5CDD9AE8-77CD-C0C0-EB71-AA6F9944ADC4}"/>
          </ac:spMkLst>
        </pc:spChg>
        <pc:spChg chg="add mod">
          <ac:chgData name="Ayush Raj" userId="e7a85b2d4290901d" providerId="LiveId" clId="{D6608CCB-E53A-4EA0-989E-5B619290C578}" dt="2025-05-18T23:58:44.680" v="994" actId="20577"/>
          <ac:spMkLst>
            <pc:docMk/>
            <pc:sldMk cId="1378367784" sldId="301"/>
            <ac:spMk id="13" creationId="{032095C4-1B14-6E15-E414-D8238E3F95A8}"/>
          </ac:spMkLst>
        </pc:spChg>
        <pc:picChg chg="add mod">
          <ac:chgData name="Ayush Raj" userId="e7a85b2d4290901d" providerId="LiveId" clId="{D6608CCB-E53A-4EA0-989E-5B619290C578}" dt="2025-05-18T23:41:15.430" v="750" actId="1036"/>
          <ac:picMkLst>
            <pc:docMk/>
            <pc:sldMk cId="1378367784" sldId="301"/>
            <ac:picMk id="4" creationId="{5B3EFF74-E1B3-AF06-49C9-906A2A9D7DDC}"/>
          </ac:picMkLst>
        </pc:picChg>
        <pc:picChg chg="add mod">
          <ac:chgData name="Ayush Raj" userId="e7a85b2d4290901d" providerId="LiveId" clId="{D6608CCB-E53A-4EA0-989E-5B619290C578}" dt="2025-05-18T23:41:00.570" v="749" actId="14100"/>
          <ac:picMkLst>
            <pc:docMk/>
            <pc:sldMk cId="1378367784" sldId="301"/>
            <ac:picMk id="6" creationId="{AA77A58E-7820-B66E-7AAF-E5B66CA7AD87}"/>
          </ac:picMkLst>
        </pc:picChg>
        <pc:picChg chg="add mod">
          <ac:chgData name="Ayush Raj" userId="e7a85b2d4290901d" providerId="LiveId" clId="{D6608CCB-E53A-4EA0-989E-5B619290C578}" dt="2025-05-18T23:38:38.578" v="728" actId="1035"/>
          <ac:picMkLst>
            <pc:docMk/>
            <pc:sldMk cId="1378367784" sldId="301"/>
            <ac:picMk id="7" creationId="{547F3664-263D-7D98-6CF5-60609E481EFA}"/>
          </ac:picMkLst>
        </pc:picChg>
        <pc:picChg chg="add del mod">
          <ac:chgData name="Ayush Raj" userId="e7a85b2d4290901d" providerId="LiveId" clId="{D6608CCB-E53A-4EA0-989E-5B619290C578}" dt="2025-05-18T19:05:10.626" v="59" actId="21"/>
          <ac:picMkLst>
            <pc:docMk/>
            <pc:sldMk cId="1378367784" sldId="301"/>
            <ac:picMk id="9" creationId="{5B3EFF74-E1B3-AF06-49C9-906A2A9D7DDC}"/>
          </ac:picMkLst>
        </pc:picChg>
        <pc:picChg chg="add del mod">
          <ac:chgData name="Ayush Raj" userId="e7a85b2d4290901d" providerId="LiveId" clId="{D6608CCB-E53A-4EA0-989E-5B619290C578}" dt="2025-05-18T19:04:50.949" v="52" actId="21"/>
          <ac:picMkLst>
            <pc:docMk/>
            <pc:sldMk cId="1378367784" sldId="301"/>
            <ac:picMk id="11" creationId="{C00B8413-B745-84CE-5477-3AC15DCF83D9}"/>
          </ac:picMkLst>
        </pc:picChg>
      </pc:sldChg>
      <pc:sldChg chg="addSp modSp new mod">
        <pc:chgData name="Ayush Raj" userId="e7a85b2d4290901d" providerId="LiveId" clId="{D6608CCB-E53A-4EA0-989E-5B619290C578}" dt="2025-05-19T00:04:33.356" v="1152" actId="1076"/>
        <pc:sldMkLst>
          <pc:docMk/>
          <pc:sldMk cId="120331486" sldId="302"/>
        </pc:sldMkLst>
        <pc:spChg chg="add mod">
          <ac:chgData name="Ayush Raj" userId="e7a85b2d4290901d" providerId="LiveId" clId="{D6608CCB-E53A-4EA0-989E-5B619290C578}" dt="2025-05-18T23:46:03.787" v="773" actId="14100"/>
          <ac:spMkLst>
            <pc:docMk/>
            <pc:sldMk cId="120331486" sldId="302"/>
            <ac:spMk id="11" creationId="{07361B38-848C-B192-4006-4952752F36AE}"/>
          </ac:spMkLst>
        </pc:spChg>
        <pc:spChg chg="add mod">
          <ac:chgData name="Ayush Raj" userId="e7a85b2d4290901d" providerId="LiveId" clId="{D6608CCB-E53A-4EA0-989E-5B619290C578}" dt="2025-05-18T23:45:54.216" v="772" actId="14100"/>
          <ac:spMkLst>
            <pc:docMk/>
            <pc:sldMk cId="120331486" sldId="302"/>
            <ac:spMk id="12" creationId="{A2335764-573D-64FD-E427-338D7A9A8AD2}"/>
          </ac:spMkLst>
        </pc:spChg>
        <pc:spChg chg="add mod">
          <ac:chgData name="Ayush Raj" userId="e7a85b2d4290901d" providerId="LiveId" clId="{D6608CCB-E53A-4EA0-989E-5B619290C578}" dt="2025-05-18T23:53:46.181" v="860" actId="1076"/>
          <ac:spMkLst>
            <pc:docMk/>
            <pc:sldMk cId="120331486" sldId="302"/>
            <ac:spMk id="13" creationId="{EE351D21-697E-BD6F-F819-3FDDD9EB9288}"/>
          </ac:spMkLst>
        </pc:spChg>
        <pc:spChg chg="add mod">
          <ac:chgData name="Ayush Raj" userId="e7a85b2d4290901d" providerId="LiveId" clId="{D6608CCB-E53A-4EA0-989E-5B619290C578}" dt="2025-05-19T00:04:33.356" v="1152" actId="1076"/>
          <ac:spMkLst>
            <pc:docMk/>
            <pc:sldMk cId="120331486" sldId="302"/>
            <ac:spMk id="14" creationId="{7FD597D3-FA7B-E69B-6741-8A761DEABCB6}"/>
          </ac:spMkLst>
        </pc:spChg>
        <pc:spChg chg="add mod">
          <ac:chgData name="Ayush Raj" userId="e7a85b2d4290901d" providerId="LiveId" clId="{D6608CCB-E53A-4EA0-989E-5B619290C578}" dt="2025-05-19T00:02:53.289" v="1134" actId="1076"/>
          <ac:spMkLst>
            <pc:docMk/>
            <pc:sldMk cId="120331486" sldId="302"/>
            <ac:spMk id="15" creationId="{20DBDCF4-9C47-1772-1D68-4DE9C5B5CAC9}"/>
          </ac:spMkLst>
        </pc:spChg>
        <pc:spChg chg="add mod">
          <ac:chgData name="Ayush Raj" userId="e7a85b2d4290901d" providerId="LiveId" clId="{D6608CCB-E53A-4EA0-989E-5B619290C578}" dt="2025-05-19T00:04:10.587" v="1146" actId="1076"/>
          <ac:spMkLst>
            <pc:docMk/>
            <pc:sldMk cId="120331486" sldId="302"/>
            <ac:spMk id="17" creationId="{54BEC40A-3448-1CEC-61F0-512B354F7265}"/>
          </ac:spMkLst>
        </pc:spChg>
        <pc:spChg chg="add mod">
          <ac:chgData name="Ayush Raj" userId="e7a85b2d4290901d" providerId="LiveId" clId="{D6608CCB-E53A-4EA0-989E-5B619290C578}" dt="2025-05-19T00:03:51.220" v="1143" actId="1076"/>
          <ac:spMkLst>
            <pc:docMk/>
            <pc:sldMk cId="120331486" sldId="302"/>
            <ac:spMk id="19" creationId="{1BA48DCB-480F-4456-52BE-E2D5E1C4535F}"/>
          </ac:spMkLst>
        </pc:spChg>
        <pc:spChg chg="add mod">
          <ac:chgData name="Ayush Raj" userId="e7a85b2d4290901d" providerId="LiveId" clId="{D6608CCB-E53A-4EA0-989E-5B619290C578}" dt="2025-05-19T00:03:25.992" v="1139" actId="1076"/>
          <ac:spMkLst>
            <pc:docMk/>
            <pc:sldMk cId="120331486" sldId="302"/>
            <ac:spMk id="21" creationId="{F5DFFB0C-8ED9-FAA1-092E-36A74C7F2DEE}"/>
          </ac:spMkLst>
        </pc:spChg>
        <pc:picChg chg="add mod">
          <ac:chgData name="Ayush Raj" userId="e7a85b2d4290901d" providerId="LiveId" clId="{D6608CCB-E53A-4EA0-989E-5B619290C578}" dt="2025-05-18T23:54:11.243" v="864" actId="1076"/>
          <ac:picMkLst>
            <pc:docMk/>
            <pc:sldMk cId="120331486" sldId="302"/>
            <ac:picMk id="4" creationId="{05104AC3-4DFB-A1C6-39DB-51DA4D809823}"/>
          </ac:picMkLst>
        </pc:picChg>
        <pc:picChg chg="add mod">
          <ac:chgData name="Ayush Raj" userId="e7a85b2d4290901d" providerId="LiveId" clId="{D6608CCB-E53A-4EA0-989E-5B619290C578}" dt="2025-05-18T23:41:59.845" v="763" actId="1076"/>
          <ac:picMkLst>
            <pc:docMk/>
            <pc:sldMk cId="120331486" sldId="302"/>
            <ac:picMk id="6" creationId="{0A97ED4A-FF58-ECC1-C22E-31C1009B7D9B}"/>
          </ac:picMkLst>
        </pc:picChg>
        <pc:picChg chg="add mod">
          <ac:chgData name="Ayush Raj" userId="e7a85b2d4290901d" providerId="LiveId" clId="{D6608CCB-E53A-4EA0-989E-5B619290C578}" dt="2025-05-18T23:53:55.761" v="862" actId="1076"/>
          <ac:picMkLst>
            <pc:docMk/>
            <pc:sldMk cId="120331486" sldId="302"/>
            <ac:picMk id="8" creationId="{3A83140D-A5AA-2A41-7FC7-479D91433A37}"/>
          </ac:picMkLst>
        </pc:picChg>
        <pc:picChg chg="add mod">
          <ac:chgData name="Ayush Raj" userId="e7a85b2d4290901d" providerId="LiveId" clId="{D6608CCB-E53A-4EA0-989E-5B619290C578}" dt="2025-05-18T23:42:02.727" v="764" actId="1076"/>
          <ac:picMkLst>
            <pc:docMk/>
            <pc:sldMk cId="120331486" sldId="302"/>
            <ac:picMk id="10" creationId="{9AB2A773-43E1-A704-76B6-9B48F8A9303B}"/>
          </ac:picMkLst>
        </pc:picChg>
      </pc:sldChg>
      <pc:sldChg chg="addSp delSp modSp new del mod">
        <pc:chgData name="Ayush Raj" userId="e7a85b2d4290901d" providerId="LiveId" clId="{D6608CCB-E53A-4EA0-989E-5B619290C578}" dt="2025-05-18T19:47:17.081" v="210" actId="2696"/>
        <pc:sldMkLst>
          <pc:docMk/>
          <pc:sldMk cId="252870415" sldId="302"/>
        </pc:sldMkLst>
        <pc:spChg chg="add mod">
          <ac:chgData name="Ayush Raj" userId="e7a85b2d4290901d" providerId="LiveId" clId="{D6608CCB-E53A-4EA0-989E-5B619290C578}" dt="2025-05-18T19:10:51.115" v="137" actId="1076"/>
          <ac:spMkLst>
            <pc:docMk/>
            <pc:sldMk cId="252870415" sldId="302"/>
            <ac:spMk id="3" creationId="{C596E978-159F-0D1D-38A7-B706A464F06C}"/>
          </ac:spMkLst>
        </pc:spChg>
        <pc:picChg chg="add del mod">
          <ac:chgData name="Ayush Raj" userId="e7a85b2d4290901d" providerId="LiveId" clId="{D6608CCB-E53A-4EA0-989E-5B619290C578}" dt="2025-05-18T19:46:29.264" v="202" actId="21"/>
          <ac:picMkLst>
            <pc:docMk/>
            <pc:sldMk cId="252870415" sldId="302"/>
            <ac:picMk id="9" creationId="{5B3EFF74-E1B3-AF06-49C9-906A2A9D7DDC}"/>
          </ac:picMkLst>
        </pc:picChg>
      </pc:sldChg>
      <pc:sldChg chg="new del">
        <pc:chgData name="Ayush Raj" userId="e7a85b2d4290901d" providerId="LiveId" clId="{D6608CCB-E53A-4EA0-989E-5B619290C578}" dt="2025-05-18T23:42:13.764" v="765" actId="2696"/>
        <pc:sldMkLst>
          <pc:docMk/>
          <pc:sldMk cId="1519767845"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973B4-680B-4F81-824A-5FBC99D3FA15}" type="datetimeFigureOut">
              <a:rPr lang="en-US" smtClean="0"/>
              <a:t>5/19/2025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E1029-DDDF-4F96-9066-11A1BB1A2F0D}" type="slidenum">
              <a:rPr lang="en-US" smtClean="0"/>
              <a:t>‹#›</a:t>
            </a:fld>
            <a:endParaRPr lang="en-US"/>
          </a:p>
        </p:txBody>
      </p:sp>
    </p:spTree>
    <p:extLst>
      <p:ext uri="{BB962C8B-B14F-4D97-AF65-F5344CB8AC3E}">
        <p14:creationId xmlns:p14="http://schemas.microsoft.com/office/powerpoint/2010/main" val="4226154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6A9E6021-A3AD-4439-8412-F45495196D14}" type="datetime1">
              <a:rPr lang="en-US" smtClean="0"/>
              <a:t>5/19/2025</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3622976"/>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79FEC-D1E1-476F-8414-DFCC02316668}"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2044948"/>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582F25-41D3-4B95-BA5D-5A3E0432CC42}"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1323314"/>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5B4D4E-B437-47F8-837C-24D9C3F525A9}" type="datetime1">
              <a:rPr lang="en-US" smtClean="0"/>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755157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06227F-6800-4FE6-8B32-DBE361A7F19E}" type="datetime1">
              <a:rPr lang="en-US" smtClean="0"/>
              <a:t>5/19/2025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19541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A290C4-A213-4C0A-92E8-0BEDBEB7FA3B}" type="datetime1">
              <a:rPr lang="en-US" smtClean="0"/>
              <a:t>5/19/2025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8251079"/>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C40BA9-B66B-4E5E-A3CB-BF41ED4BD7F2}" type="datetime1">
              <a:rPr lang="en-US" smtClean="0"/>
              <a:t>5/19/2025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456781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8A3146-406A-4617-88E3-2D8324766F1B}" type="datetime1">
              <a:rPr lang="en-US" smtClean="0"/>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8432086"/>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CA3AED-E58E-4643-A254-98F4DBF4F8C2}" type="datetime1">
              <a:rPr lang="en-US" smtClean="0"/>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1614007"/>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2F5444-97CF-428C-86BD-79F555282974}" type="datetime1">
              <a:rPr lang="en-US" smtClean="0"/>
              <a:t>5/19/2025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41977175"/>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CE013F-8249-439C-BE2B-54DAF6A78DE3}"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907648"/>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04BD383-A4C8-455E-98A5-030C4C1F885E}"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6526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7DB18C-103F-4B5F-8B89-641452E64FAF}"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590863"/>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6A0E5C7-61C6-4707-BCBF-4DA8248CD34A}" type="datetime1">
              <a:rPr lang="en-US" smtClean="0"/>
              <a:t>5/19/2025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0948749"/>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FCF8FB9-15E5-46DA-8C64-98904A0946D9}" type="datetime1">
              <a:rPr lang="en-US" smtClean="0"/>
              <a:t>5/19/2025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756240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748F69-FD8C-46B8-8FD1-CBD64FB2766A}"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134778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168DD6-3DA6-4673-9D4A-67AE7637C6BF}" type="datetime1">
              <a:rPr lang="en-US" smtClean="0"/>
              <a:t>5/19/2025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82878859"/>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C4B65717-21D1-45DC-BA71-F227F85D8CC1}" type="datetime1">
              <a:rPr lang="en-US" smtClean="0"/>
              <a:t>5/19/2025</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0164807"/>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 id="2147483978" r:id="rId13"/>
    <p:sldLayoutId id="2147483979" r:id="rId14"/>
    <p:sldLayoutId id="2147483980" r:id="rId15"/>
    <p:sldLayoutId id="2147483981" r:id="rId16"/>
    <p:sldLayoutId id="2147483982" r:id="rId17"/>
  </p:sldLayoutIdLst>
  <p:transition spd="slow">
    <p:wipe/>
  </p:transition>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7.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mdpi.com/1996-1073/17/16/397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E5F60-63CB-435A-8C1E-9D9FBEEC10BD}"/>
              </a:ext>
            </a:extLst>
          </p:cNvPr>
          <p:cNvSpPr>
            <a:spLocks noGrp="1"/>
          </p:cNvSpPr>
          <p:nvPr>
            <p:ph type="title"/>
          </p:nvPr>
        </p:nvSpPr>
        <p:spPr>
          <a:xfrm>
            <a:off x="1581878" y="980518"/>
            <a:ext cx="8453906" cy="1695776"/>
          </a:xfrm>
        </p:spPr>
        <p:txBody>
          <a:bodyPr>
            <a:normAutofit fontScale="90000"/>
          </a:bodyPr>
          <a:lstStyle/>
          <a:p>
            <a:r>
              <a:rPr lang="en-US" sz="4000" b="1" dirty="0"/>
              <a:t>NATIONAL INSTITUTE OF TECHNOLOGY MEGHALAYA </a:t>
            </a:r>
            <a:br>
              <a:rPr lang="en-US" sz="4000" b="1" dirty="0"/>
            </a:br>
            <a:r>
              <a:rPr lang="en-US" sz="4000" b="1" dirty="0"/>
              <a:t>Department of Electrical Engineering</a:t>
            </a:r>
            <a:endParaRPr lang="en-IN" sz="4000" b="1" dirty="0"/>
          </a:p>
        </p:txBody>
      </p:sp>
      <p:sp>
        <p:nvSpPr>
          <p:cNvPr id="5" name="Text Placeholder 4">
            <a:extLst>
              <a:ext uri="{FF2B5EF4-FFF2-40B4-BE49-F238E27FC236}">
                <a16:creationId xmlns:a16="http://schemas.microsoft.com/office/drawing/2014/main" id="{DD8E8523-684E-FACF-F56C-20E2CD0E9C5E}"/>
              </a:ext>
            </a:extLst>
          </p:cNvPr>
          <p:cNvSpPr>
            <a:spLocks noGrp="1"/>
          </p:cNvSpPr>
          <p:nvPr>
            <p:ph type="body" sz="half" idx="13"/>
          </p:nvPr>
        </p:nvSpPr>
        <p:spPr>
          <a:xfrm>
            <a:off x="1581878" y="3202146"/>
            <a:ext cx="9130727" cy="979561"/>
          </a:xfrm>
        </p:spPr>
        <p:txBody>
          <a:bodyPr>
            <a:normAutofit/>
          </a:bodyPr>
          <a:lstStyle/>
          <a:p>
            <a:r>
              <a:rPr lang="en-US" sz="1800" dirty="0"/>
              <a:t>“</a:t>
            </a:r>
            <a:r>
              <a:rPr lang="en-US" sz="2400" dirty="0"/>
              <a:t>Load Management System Using LSTM-Based Solar Power Forecasting</a:t>
            </a:r>
            <a:r>
              <a:rPr lang="en-US" sz="1800" dirty="0"/>
              <a:t>”</a:t>
            </a:r>
            <a:endParaRPr lang="en-IN" dirty="0"/>
          </a:p>
        </p:txBody>
      </p:sp>
      <p:sp>
        <p:nvSpPr>
          <p:cNvPr id="4" name="Rectangle 1">
            <a:extLst>
              <a:ext uri="{FF2B5EF4-FFF2-40B4-BE49-F238E27FC236}">
                <a16:creationId xmlns:a16="http://schemas.microsoft.com/office/drawing/2014/main" id="{CADD9C02-C3A9-4A92-B86E-7009A08B1A7E}"/>
              </a:ext>
            </a:extLst>
          </p:cNvPr>
          <p:cNvSpPr>
            <a:spLocks noGrp="1" noChangeArrowheads="1"/>
          </p:cNvSpPr>
          <p:nvPr>
            <p:ph type="body" sz="half" idx="2"/>
          </p:nvPr>
        </p:nvSpPr>
        <p:spPr bwMode="auto">
          <a:xfrm>
            <a:off x="669073" y="4976377"/>
            <a:ext cx="9954321" cy="1414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400" b="0" i="0" u="none" strike="noStrike" cap="none" normalizeH="0" baseline="0" dirty="0">
                <a:ln>
                  <a:noFill/>
                </a:ln>
                <a:solidFill>
                  <a:schemeClr val="tx1">
                    <a:lumMod val="95000"/>
                    <a:lumOff val="5000"/>
                  </a:schemeClr>
                </a:solidFill>
                <a:effectLst/>
                <a:latin typeface="Arial" panose="020B0604020202020204" pitchFamily="34" charset="0"/>
              </a:rPr>
              <a:t>Under the supervision of Dr. Piyush Pratap Singh</a:t>
            </a:r>
          </a:p>
          <a:p>
            <a:pPr>
              <a:buNone/>
            </a:pPr>
            <a:r>
              <a:rPr lang="en-IN" sz="1600" dirty="0">
                <a:effectLst/>
                <a:latin typeface="Times New Roman" panose="02020603050405020304" pitchFamily="18" charset="0"/>
                <a:ea typeface="Calibri" panose="020F0502020204030204" pitchFamily="34" charset="0"/>
                <a:cs typeface="Mangal" panose="02040503050203030202" pitchFamily="18" charset="0"/>
              </a:rPr>
              <a:t>Name    : Ayush Raj</a:t>
            </a:r>
            <a:r>
              <a:rPr lang="en-IN" sz="1600" dirty="0">
                <a:latin typeface="Calibri" panose="020F0502020204030204" pitchFamily="34" charset="0"/>
                <a:ea typeface="Calibri" panose="020F0502020204030204" pitchFamily="34" charset="0"/>
                <a:cs typeface="Mangal" panose="02040503050203030202" pitchFamily="18" charset="0"/>
              </a:rPr>
              <a:t>                                                                                      </a:t>
            </a:r>
            <a:r>
              <a:rPr lang="en-IN" sz="1600" dirty="0">
                <a:effectLst/>
                <a:latin typeface="Times New Roman" panose="02020603050405020304" pitchFamily="18" charset="0"/>
                <a:ea typeface="Calibri" panose="020F0502020204030204" pitchFamily="34" charset="0"/>
                <a:cs typeface="Mangal" panose="02040503050203030202" pitchFamily="18" charset="0"/>
              </a:rPr>
              <a:t>Roll No.: B22EE013</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IN" sz="1600" dirty="0">
                <a:effectLst/>
                <a:latin typeface="Calibri" panose="020F0502020204030204" pitchFamily="34" charset="0"/>
                <a:ea typeface="Calibri" panose="020F0502020204030204" pitchFamily="34" charset="0"/>
                <a:cs typeface="Mangal" panose="02040503050203030202" pitchFamily="18" charset="0"/>
              </a:rPr>
              <a:t> </a:t>
            </a:r>
            <a:r>
              <a:rPr lang="en-IN" sz="1600" dirty="0">
                <a:effectLst/>
                <a:latin typeface="Times New Roman" panose="02020603050405020304" pitchFamily="18" charset="0"/>
                <a:ea typeface="Calibri" panose="020F0502020204030204" pitchFamily="34" charset="0"/>
                <a:cs typeface="Mangal" panose="02040503050203030202" pitchFamily="18" charset="0"/>
              </a:rPr>
              <a:t>Name    : Siddhant Purkayastha</a:t>
            </a:r>
            <a:r>
              <a:rPr lang="en-IN" sz="1600" dirty="0">
                <a:latin typeface="Calibri" panose="020F0502020204030204" pitchFamily="34" charset="0"/>
                <a:ea typeface="Calibri" panose="020F0502020204030204" pitchFamily="34" charset="0"/>
                <a:cs typeface="Mangal" panose="02040503050203030202" pitchFamily="18" charset="0"/>
              </a:rPr>
              <a:t>                                                                </a:t>
            </a:r>
            <a:r>
              <a:rPr lang="en-IN" sz="1600" dirty="0">
                <a:effectLst/>
                <a:latin typeface="Times New Roman" panose="02020603050405020304" pitchFamily="18" charset="0"/>
                <a:ea typeface="Calibri" panose="020F0502020204030204" pitchFamily="34" charset="0"/>
                <a:cs typeface="Mangal" panose="02040503050203030202" pitchFamily="18" charset="0"/>
              </a:rPr>
              <a:t>Roll No.: B22CS021</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
        <p:nvSpPr>
          <p:cNvPr id="3" name="Slide Number Placeholder 2">
            <a:extLst>
              <a:ext uri="{FF2B5EF4-FFF2-40B4-BE49-F238E27FC236}">
                <a16:creationId xmlns:a16="http://schemas.microsoft.com/office/drawing/2014/main" id="{1B70184F-3F15-4BA6-3E2F-FF1FAF4832E4}"/>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71563353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524A09-1B70-06BF-0B72-2020D42B3FFF}"/>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6" name="TextBox 5">
            <a:extLst>
              <a:ext uri="{FF2B5EF4-FFF2-40B4-BE49-F238E27FC236}">
                <a16:creationId xmlns:a16="http://schemas.microsoft.com/office/drawing/2014/main" id="{BBC63638-17FF-E7DB-CA5A-F599765FD2A2}"/>
              </a:ext>
            </a:extLst>
          </p:cNvPr>
          <p:cNvSpPr txBox="1"/>
          <p:nvPr/>
        </p:nvSpPr>
        <p:spPr>
          <a:xfrm>
            <a:off x="788276" y="2974625"/>
            <a:ext cx="9007365" cy="2308324"/>
          </a:xfrm>
          <a:prstGeom prst="rect">
            <a:avLst/>
          </a:prstGeom>
          <a:noFill/>
        </p:spPr>
        <p:txBody>
          <a:bodyPr wrap="square">
            <a:spAutoFit/>
          </a:bodyPr>
          <a:lstStyle/>
          <a:p>
            <a:pPr marL="285750" indent="-285750">
              <a:buFont typeface="Wingdings" panose="05000000000000000000" pitchFamily="2" charset="2"/>
              <a:buChar char="§"/>
            </a:pPr>
            <a:r>
              <a:rPr lang="en-US" b="1" dirty="0">
                <a:solidFill>
                  <a:schemeClr val="tx1"/>
                </a:solidFill>
                <a:latin typeface=" New Roman"/>
                <a:cs typeface="Times New Roman" panose="02020603050405020304" pitchFamily="18" charset="0"/>
              </a:rPr>
              <a:t>OBJECTIVE</a:t>
            </a:r>
          </a:p>
          <a:p>
            <a:pPr marL="285750" indent="-285750">
              <a:buFont typeface="Wingdings" panose="05000000000000000000" pitchFamily="2" charset="2"/>
              <a:buChar char="§"/>
            </a:pPr>
            <a:r>
              <a:rPr lang="en-US" b="1" dirty="0">
                <a:solidFill>
                  <a:schemeClr val="tx1"/>
                </a:solidFill>
                <a:latin typeface=" New Roman"/>
                <a:cs typeface="Times New Roman" panose="02020603050405020304" pitchFamily="18" charset="0"/>
              </a:rPr>
              <a:t>AIM</a:t>
            </a:r>
          </a:p>
          <a:p>
            <a:pPr marL="285750" indent="-285750">
              <a:buFont typeface="Wingdings" panose="05000000000000000000" pitchFamily="2" charset="2"/>
              <a:buChar char="§"/>
            </a:pPr>
            <a:r>
              <a:rPr lang="en-US" b="1" dirty="0">
                <a:latin typeface=" New Roman"/>
                <a:cs typeface="Times New Roman" panose="02020603050405020304" pitchFamily="18" charset="0"/>
              </a:rPr>
              <a:t>ABOUT DATASET</a:t>
            </a:r>
            <a:endParaRPr lang="en-US" b="1" dirty="0">
              <a:solidFill>
                <a:schemeClr val="tx1"/>
              </a:solidFill>
              <a:latin typeface=" New Roman"/>
              <a:cs typeface="Times New Roman" panose="02020603050405020304" pitchFamily="18" charset="0"/>
            </a:endParaRPr>
          </a:p>
          <a:p>
            <a:pPr marL="285750" indent="-285750">
              <a:buFont typeface="Wingdings" panose="05000000000000000000" pitchFamily="2" charset="2"/>
              <a:buChar char="§"/>
            </a:pPr>
            <a:r>
              <a:rPr lang="en-US" b="1" dirty="0">
                <a:solidFill>
                  <a:schemeClr val="tx1"/>
                </a:solidFill>
                <a:latin typeface=" New Roman"/>
                <a:cs typeface="Times New Roman" panose="02020603050405020304" pitchFamily="18" charset="0"/>
              </a:rPr>
              <a:t>SOLAR FORCASTING</a:t>
            </a:r>
          </a:p>
          <a:p>
            <a:pPr marL="285750" indent="-285750">
              <a:buFont typeface="Wingdings" panose="05000000000000000000" pitchFamily="2" charset="2"/>
              <a:buChar char="§"/>
            </a:pPr>
            <a:r>
              <a:rPr lang="en-US" b="1" dirty="0">
                <a:latin typeface=" New Roman"/>
                <a:cs typeface="Times New Roman" panose="02020603050405020304" pitchFamily="18" charset="0"/>
              </a:rPr>
              <a:t>LOAD MANAGEMENT SYSTEM</a:t>
            </a:r>
            <a:endParaRPr lang="en-US" b="1" dirty="0">
              <a:solidFill>
                <a:schemeClr val="tx1"/>
              </a:solidFill>
              <a:latin typeface=" New Roman"/>
              <a:cs typeface="Times New Roman" panose="02020603050405020304" pitchFamily="18" charset="0"/>
            </a:endParaRPr>
          </a:p>
          <a:p>
            <a:pPr marL="285750" indent="-285750">
              <a:buFont typeface="Wingdings" panose="05000000000000000000" pitchFamily="2" charset="2"/>
              <a:buChar char="§"/>
            </a:pPr>
            <a:r>
              <a:rPr lang="en-US" b="1" dirty="0">
                <a:latin typeface=" New Roman"/>
                <a:cs typeface="Times New Roman" panose="02020603050405020304" pitchFamily="18" charset="0"/>
              </a:rPr>
              <a:t>CONCLUSION</a:t>
            </a:r>
          </a:p>
          <a:p>
            <a:pPr marL="285750" indent="-285750">
              <a:buFont typeface="Wingdings" panose="05000000000000000000" pitchFamily="2" charset="2"/>
              <a:buChar char="§"/>
            </a:pPr>
            <a:r>
              <a:rPr lang="en-US" b="1" dirty="0">
                <a:solidFill>
                  <a:schemeClr val="tx1"/>
                </a:solidFill>
                <a:latin typeface=" New Roman"/>
                <a:cs typeface="Times New Roman" panose="02020603050405020304" pitchFamily="18" charset="0"/>
              </a:rPr>
              <a:t>FURURE SCOPE</a:t>
            </a:r>
          </a:p>
          <a:p>
            <a:pPr marL="285750" indent="-285750">
              <a:buFont typeface="Wingdings" panose="05000000000000000000" pitchFamily="2" charset="2"/>
              <a:buChar char="§"/>
            </a:pPr>
            <a:r>
              <a:rPr lang="en-US" b="1" dirty="0">
                <a:latin typeface=" New Roman"/>
                <a:cs typeface="Times New Roman" panose="02020603050405020304" pitchFamily="18" charset="0"/>
              </a:rPr>
              <a:t>REFERENCES</a:t>
            </a:r>
            <a:endParaRPr lang="en-US" b="1" dirty="0">
              <a:solidFill>
                <a:schemeClr val="tx1"/>
              </a:solidFill>
              <a:latin typeface=" New Roman"/>
              <a:cs typeface="Times New Roman" panose="02020603050405020304" pitchFamily="18" charset="0"/>
            </a:endParaRPr>
          </a:p>
        </p:txBody>
      </p:sp>
      <p:sp>
        <p:nvSpPr>
          <p:cNvPr id="2" name="TextBox 1">
            <a:extLst>
              <a:ext uri="{FF2B5EF4-FFF2-40B4-BE49-F238E27FC236}">
                <a16:creationId xmlns:a16="http://schemas.microsoft.com/office/drawing/2014/main" id="{00C3EEF7-63DD-80D9-815C-504AFE55D947}"/>
              </a:ext>
            </a:extLst>
          </p:cNvPr>
          <p:cNvSpPr txBox="1"/>
          <p:nvPr/>
        </p:nvSpPr>
        <p:spPr>
          <a:xfrm>
            <a:off x="5013011" y="867165"/>
            <a:ext cx="2165978" cy="707886"/>
          </a:xfrm>
          <a:prstGeom prst="rect">
            <a:avLst/>
          </a:prstGeom>
          <a:noFill/>
        </p:spPr>
        <p:txBody>
          <a:bodyPr wrap="none" rtlCol="0">
            <a:spAutoFit/>
          </a:bodyPr>
          <a:lstStyle/>
          <a:p>
            <a:r>
              <a:rPr lang="en-IN" sz="4000" b="1" dirty="0">
                <a:solidFill>
                  <a:schemeClr val="bg1"/>
                </a:solidFill>
              </a:rPr>
              <a:t>Content</a:t>
            </a:r>
            <a:endParaRPr lang="en-IN" sz="4000" dirty="0">
              <a:solidFill>
                <a:schemeClr val="bg1"/>
              </a:solidFill>
            </a:endParaRPr>
          </a:p>
        </p:txBody>
      </p:sp>
    </p:spTree>
    <p:extLst>
      <p:ext uri="{BB962C8B-B14F-4D97-AF65-F5344CB8AC3E}">
        <p14:creationId xmlns:p14="http://schemas.microsoft.com/office/powerpoint/2010/main" val="184364438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686F36-50C9-4BFF-9F86-A0EAB13963D2}"/>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4" name="TextBox 3">
            <a:extLst>
              <a:ext uri="{FF2B5EF4-FFF2-40B4-BE49-F238E27FC236}">
                <a16:creationId xmlns:a16="http://schemas.microsoft.com/office/drawing/2014/main" id="{266ADB23-E324-2258-9A06-DAC8D25ED661}"/>
              </a:ext>
            </a:extLst>
          </p:cNvPr>
          <p:cNvSpPr txBox="1"/>
          <p:nvPr/>
        </p:nvSpPr>
        <p:spPr>
          <a:xfrm>
            <a:off x="2406869" y="64896"/>
            <a:ext cx="6096000" cy="461665"/>
          </a:xfrm>
          <a:prstGeom prst="rect">
            <a:avLst/>
          </a:prstGeom>
          <a:noFill/>
        </p:spPr>
        <p:txBody>
          <a:bodyPr wrap="square">
            <a:spAutoFit/>
          </a:bodyPr>
          <a:lstStyle/>
          <a:p>
            <a:pPr algn="ctr"/>
            <a:r>
              <a:rPr lang="en-IN" sz="2400" b="1" dirty="0"/>
              <a:t>Introduction</a:t>
            </a:r>
            <a:endParaRPr lang="en-IN" sz="2400" dirty="0"/>
          </a:p>
        </p:txBody>
      </p:sp>
      <p:sp>
        <p:nvSpPr>
          <p:cNvPr id="6" name="TextBox 5">
            <a:extLst>
              <a:ext uri="{FF2B5EF4-FFF2-40B4-BE49-F238E27FC236}">
                <a16:creationId xmlns:a16="http://schemas.microsoft.com/office/drawing/2014/main" id="{54320440-9EB9-3034-9471-E598DC9ED013}"/>
              </a:ext>
            </a:extLst>
          </p:cNvPr>
          <p:cNvSpPr txBox="1"/>
          <p:nvPr/>
        </p:nvSpPr>
        <p:spPr>
          <a:xfrm>
            <a:off x="0" y="690603"/>
            <a:ext cx="10909738" cy="2585323"/>
          </a:xfrm>
          <a:prstGeom prst="rect">
            <a:avLst/>
          </a:prstGeom>
          <a:noFill/>
        </p:spPr>
        <p:txBody>
          <a:bodyPr wrap="square">
            <a:spAutoFit/>
          </a:bodyPr>
          <a:lstStyle/>
          <a:p>
            <a:pPr>
              <a:buNone/>
            </a:pPr>
            <a:r>
              <a:rPr lang="en-US" sz="1800" dirty="0"/>
              <a:t> </a:t>
            </a:r>
            <a:r>
              <a:rPr lang="en-US" sz="1800" b="1" dirty="0"/>
              <a:t>Objective:- </a:t>
            </a:r>
            <a:r>
              <a:rPr lang="en-US" sz="1800" dirty="0"/>
              <a:t>To implement a load management system that allocates power to essential and non-essential loads based on forecasted solar output, battery status, and load demand, minimizing reliance on grid or generator backup.</a:t>
            </a:r>
          </a:p>
          <a:p>
            <a:pPr>
              <a:buNone/>
            </a:pPr>
            <a:r>
              <a:rPr lang="en-IN" sz="1800" b="1" dirty="0"/>
              <a:t>Project </a:t>
            </a:r>
            <a:r>
              <a:rPr lang="en-US" sz="1800" b="1" dirty="0"/>
              <a:t>Components:</a:t>
            </a:r>
            <a:endParaRPr lang="en-US" sz="1800" dirty="0"/>
          </a:p>
          <a:p>
            <a:pPr>
              <a:buFont typeface="Arial" panose="020B0604020202020204" pitchFamily="34" charset="0"/>
              <a:buChar char="•"/>
            </a:pPr>
            <a:r>
              <a:rPr lang="en-IN" sz="1800" b="1" dirty="0"/>
              <a:t>Solar Power Forecasting</a:t>
            </a:r>
            <a:r>
              <a:rPr lang="en-US" sz="1800" b="1" dirty="0"/>
              <a:t>: </a:t>
            </a:r>
            <a:r>
              <a:rPr lang="en-US" sz="1800" dirty="0"/>
              <a:t>To provide reliable input for energy planning and load allocation decisions in the system.</a:t>
            </a:r>
          </a:p>
          <a:p>
            <a:pPr>
              <a:buFont typeface="Arial" panose="020B0604020202020204" pitchFamily="34" charset="0"/>
              <a:buChar char="•"/>
            </a:pPr>
            <a:r>
              <a:rPr lang="en-IN" sz="1800" b="1" dirty="0"/>
              <a:t>Load Management System</a:t>
            </a:r>
            <a:r>
              <a:rPr lang="en-US" sz="1800" b="1" dirty="0"/>
              <a:t>: </a:t>
            </a:r>
            <a:r>
              <a:rPr lang="en-US" sz="1800" dirty="0"/>
              <a:t>To optimize power distribution between essential and non-essential loads by leveraging forecasted solar generation and battery status, thereby reducing reliance on backup sources.</a:t>
            </a:r>
          </a:p>
        </p:txBody>
      </p:sp>
      <p:pic>
        <p:nvPicPr>
          <p:cNvPr id="5" name="Picture 4">
            <a:extLst>
              <a:ext uri="{FF2B5EF4-FFF2-40B4-BE49-F238E27FC236}">
                <a16:creationId xmlns:a16="http://schemas.microsoft.com/office/drawing/2014/main" id="{8504D292-B4CA-623B-7AE3-7B5DEF8150B8}"/>
              </a:ext>
            </a:extLst>
          </p:cNvPr>
          <p:cNvPicPr>
            <a:picLocks noChangeAspect="1"/>
          </p:cNvPicPr>
          <p:nvPr/>
        </p:nvPicPr>
        <p:blipFill>
          <a:blip r:embed="rId2"/>
          <a:stretch>
            <a:fillRect/>
          </a:stretch>
        </p:blipFill>
        <p:spPr>
          <a:xfrm>
            <a:off x="3363310" y="3468166"/>
            <a:ext cx="4288550" cy="3142019"/>
          </a:xfrm>
          <a:prstGeom prst="rect">
            <a:avLst/>
          </a:prstGeom>
        </p:spPr>
      </p:pic>
      <p:sp>
        <p:nvSpPr>
          <p:cNvPr id="3" name="TextBox 2">
            <a:extLst>
              <a:ext uri="{FF2B5EF4-FFF2-40B4-BE49-F238E27FC236}">
                <a16:creationId xmlns:a16="http://schemas.microsoft.com/office/drawing/2014/main" id="{2BF5DFFD-BAB9-7FC7-D005-5BAA0A3E9E62}"/>
              </a:ext>
            </a:extLst>
          </p:cNvPr>
          <p:cNvSpPr txBox="1"/>
          <p:nvPr/>
        </p:nvSpPr>
        <p:spPr>
          <a:xfrm>
            <a:off x="3174124" y="6546883"/>
            <a:ext cx="3070071" cy="246221"/>
          </a:xfrm>
          <a:prstGeom prst="rect">
            <a:avLst/>
          </a:prstGeom>
          <a:noFill/>
        </p:spPr>
        <p:txBody>
          <a:bodyPr wrap="none" rtlCol="0">
            <a:spAutoFit/>
          </a:bodyPr>
          <a:lstStyle/>
          <a:p>
            <a:r>
              <a:rPr lang="en-IN" sz="1000" dirty="0"/>
              <a:t>Fig1. Load management with solar forecasting</a:t>
            </a:r>
          </a:p>
        </p:txBody>
      </p:sp>
    </p:spTree>
    <p:extLst>
      <p:ext uri="{BB962C8B-B14F-4D97-AF65-F5344CB8AC3E}">
        <p14:creationId xmlns:p14="http://schemas.microsoft.com/office/powerpoint/2010/main" val="137260143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CF85B4-ADE3-B007-FAD7-51FAE3538308}"/>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8" name="TextBox 7">
            <a:extLst>
              <a:ext uri="{FF2B5EF4-FFF2-40B4-BE49-F238E27FC236}">
                <a16:creationId xmlns:a16="http://schemas.microsoft.com/office/drawing/2014/main" id="{E43CDABD-0904-54B0-C21E-067ABC923D9E}"/>
              </a:ext>
            </a:extLst>
          </p:cNvPr>
          <p:cNvSpPr txBox="1"/>
          <p:nvPr/>
        </p:nvSpPr>
        <p:spPr>
          <a:xfrm>
            <a:off x="4897822" y="64896"/>
            <a:ext cx="2017985" cy="584775"/>
          </a:xfrm>
          <a:prstGeom prst="rect">
            <a:avLst/>
          </a:prstGeom>
          <a:noFill/>
        </p:spPr>
        <p:txBody>
          <a:bodyPr wrap="square">
            <a:spAutoFit/>
          </a:bodyPr>
          <a:lstStyle/>
          <a:p>
            <a:pPr>
              <a:buNone/>
            </a:pPr>
            <a:r>
              <a:rPr lang="en-IN" sz="3200" b="1" dirty="0"/>
              <a:t>DATASET</a:t>
            </a:r>
            <a:endParaRPr lang="en-US" sz="3200" b="1" dirty="0"/>
          </a:p>
        </p:txBody>
      </p:sp>
      <p:sp>
        <p:nvSpPr>
          <p:cNvPr id="14" name="Rectangle 5">
            <a:extLst>
              <a:ext uri="{FF2B5EF4-FFF2-40B4-BE49-F238E27FC236}">
                <a16:creationId xmlns:a16="http://schemas.microsoft.com/office/drawing/2014/main" id="{F2B3377B-3D1D-6CCE-5D61-4E40E744AACA}"/>
              </a:ext>
            </a:extLst>
          </p:cNvPr>
          <p:cNvSpPr>
            <a:spLocks noChangeArrowheads="1"/>
          </p:cNvSpPr>
          <p:nvPr/>
        </p:nvSpPr>
        <p:spPr bwMode="auto">
          <a:xfrm>
            <a:off x="415159" y="804301"/>
            <a:ext cx="10541876"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dataset was collected over a period of 6 months from a rooftop solar installation at NIT Meghalaya, Shillong (geographic location with hilly terrain and frequent weather variability). </a:t>
            </a:r>
          </a:p>
          <a:p>
            <a:pPr marL="0" marR="0" lvl="0" indent="0" algn="l" defTabSz="914400" rtl="0" eaLnBrk="0" fontAlgn="base" latinLnBrk="0" hangingPunct="0">
              <a:lnSpc>
                <a:spcPct val="100000"/>
              </a:lnSpc>
              <a:spcBef>
                <a:spcPct val="0"/>
              </a:spcBef>
              <a:spcAft>
                <a:spcPct val="0"/>
              </a:spcAft>
              <a:buClrTx/>
              <a:buSzTx/>
              <a:tabLst/>
            </a:pPr>
            <a:r>
              <a:rPr lang="en-US" sz="2400" b="1" dirty="0"/>
              <a:t>A total of 21 features are used, which include</a:t>
            </a:r>
            <a:r>
              <a:rPr lang="en-US" sz="2400" dirty="0"/>
              <a:t>:</a:t>
            </a:r>
          </a:p>
          <a:p>
            <a:pPr lvl="1">
              <a:buFont typeface="Arial" panose="020B0604020202020204" pitchFamily="34" charset="0"/>
              <a:buChar char="•"/>
            </a:pPr>
            <a:r>
              <a:rPr lang="en-US" sz="2000" dirty="0"/>
              <a:t>Atmospheric conditions (e.g., temperature, humidity, pressure)</a:t>
            </a:r>
          </a:p>
          <a:p>
            <a:pPr lvl="1">
              <a:buFont typeface="Arial" panose="020B0604020202020204" pitchFamily="34" charset="0"/>
              <a:buChar char="•"/>
            </a:pPr>
            <a:r>
              <a:rPr lang="en-US" sz="2000" dirty="0"/>
              <a:t>Cloud cover layers (high, medium, low)</a:t>
            </a:r>
          </a:p>
          <a:p>
            <a:pPr lvl="1">
              <a:buFont typeface="Arial" panose="020B0604020202020204" pitchFamily="34" charset="0"/>
              <a:buChar char="•"/>
            </a:pPr>
            <a:r>
              <a:rPr lang="en-US" sz="2000" dirty="0"/>
              <a:t>Solar radiation (shortwave backward radiation)</a:t>
            </a:r>
          </a:p>
          <a:p>
            <a:pPr lvl="1">
              <a:buFont typeface="Arial" panose="020B0604020202020204" pitchFamily="34" charset="0"/>
              <a:buChar char="•"/>
            </a:pPr>
            <a:r>
              <a:rPr lang="en-US" sz="2000" dirty="0"/>
              <a:t>Wind characteristics (speed and direction at various altitudes)</a:t>
            </a:r>
          </a:p>
          <a:p>
            <a:pPr lvl="1">
              <a:buFont typeface="Arial" panose="020B0604020202020204" pitchFamily="34" charset="0"/>
              <a:buChar char="•"/>
            </a:pPr>
            <a:r>
              <a:rPr lang="en-US" sz="2000" dirty="0"/>
              <a:t>Sun positioning (zenith, azimuth, angle of incidence)</a:t>
            </a:r>
          </a:p>
          <a:p>
            <a:pPr lvl="1">
              <a:buFont typeface="Arial" panose="020B0604020202020204" pitchFamily="34" charset="0"/>
              <a:buChar char="•"/>
            </a:pPr>
            <a:r>
              <a:rPr lang="en-US" sz="2000" dirty="0"/>
              <a:t>Target variable: generated solar power (in kilowatts)</a:t>
            </a:r>
          </a:p>
          <a:p>
            <a:pPr lvl="1">
              <a:buFont typeface="Arial" panose="020B0604020202020204" pitchFamily="34" charset="0"/>
              <a:buChar char="•"/>
            </a:pPr>
            <a:endParaRPr lang="en-US" sz="2000" dirty="0"/>
          </a:p>
          <a:p>
            <a:r>
              <a:rPr lang="en-US" sz="2400" b="1" dirty="0"/>
              <a:t>Significance:- </a:t>
            </a:r>
            <a:r>
              <a:rPr lang="en-US" sz="2000" dirty="0"/>
              <a:t>Unlike generalized datasets, our localized data—collected from the NIT Meghalaya rooftop—provides higher contextual accuracy for solar power prediction in this specific region.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914546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B95E30-BD74-5D7E-8A62-F9B5F2099779}"/>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4" name="TextBox 3">
            <a:extLst>
              <a:ext uri="{FF2B5EF4-FFF2-40B4-BE49-F238E27FC236}">
                <a16:creationId xmlns:a16="http://schemas.microsoft.com/office/drawing/2014/main" id="{C234294F-9296-665F-E32F-2025240A3525}"/>
              </a:ext>
            </a:extLst>
          </p:cNvPr>
          <p:cNvSpPr txBox="1"/>
          <p:nvPr/>
        </p:nvSpPr>
        <p:spPr>
          <a:xfrm>
            <a:off x="3683875" y="64896"/>
            <a:ext cx="4824249" cy="461665"/>
          </a:xfrm>
          <a:prstGeom prst="rect">
            <a:avLst/>
          </a:prstGeom>
          <a:noFill/>
        </p:spPr>
        <p:txBody>
          <a:bodyPr wrap="square">
            <a:spAutoFit/>
          </a:bodyPr>
          <a:lstStyle/>
          <a:p>
            <a:r>
              <a:rPr lang="en-IN" sz="2400" b="1" dirty="0"/>
              <a:t>SOLAR POWER FORECASTING </a:t>
            </a:r>
          </a:p>
        </p:txBody>
      </p:sp>
      <p:sp>
        <p:nvSpPr>
          <p:cNvPr id="6" name="TextBox 5">
            <a:extLst>
              <a:ext uri="{FF2B5EF4-FFF2-40B4-BE49-F238E27FC236}">
                <a16:creationId xmlns:a16="http://schemas.microsoft.com/office/drawing/2014/main" id="{481C14D3-DFF3-1F8B-82D4-5FF69C68E754}"/>
              </a:ext>
            </a:extLst>
          </p:cNvPr>
          <p:cNvSpPr txBox="1"/>
          <p:nvPr/>
        </p:nvSpPr>
        <p:spPr>
          <a:xfrm>
            <a:off x="-22666" y="4729815"/>
            <a:ext cx="3706541" cy="1661993"/>
          </a:xfrm>
          <a:prstGeom prst="rect">
            <a:avLst/>
          </a:prstGeom>
          <a:noFill/>
        </p:spPr>
        <p:txBody>
          <a:bodyPr wrap="square">
            <a:spAutoFit/>
          </a:bodyPr>
          <a:lstStyle/>
          <a:p>
            <a:r>
              <a:rPr lang="en-US" b="1" dirty="0"/>
              <a:t>A solar power forecasting model was developed using an LSTM neural network.</a:t>
            </a:r>
            <a:br>
              <a:rPr lang="en-US" dirty="0"/>
            </a:br>
            <a:r>
              <a:rPr lang="en-US" sz="1600" dirty="0"/>
              <a:t>1. R² score of 98.56% on training data </a:t>
            </a:r>
          </a:p>
          <a:p>
            <a:r>
              <a:rPr lang="en-US" sz="1600" dirty="0"/>
              <a:t> 2. R² score of 95.46% on test data</a:t>
            </a:r>
            <a:endParaRPr lang="en-IN" sz="1600" dirty="0"/>
          </a:p>
        </p:txBody>
      </p:sp>
      <p:pic>
        <p:nvPicPr>
          <p:cNvPr id="15" name="Picture 14">
            <a:extLst>
              <a:ext uri="{FF2B5EF4-FFF2-40B4-BE49-F238E27FC236}">
                <a16:creationId xmlns:a16="http://schemas.microsoft.com/office/drawing/2014/main" id="{C458ADE2-2B4E-F97E-9405-A524624406C8}"/>
              </a:ext>
            </a:extLst>
          </p:cNvPr>
          <p:cNvPicPr>
            <a:picLocks noChangeAspect="1"/>
          </p:cNvPicPr>
          <p:nvPr/>
        </p:nvPicPr>
        <p:blipFill>
          <a:blip r:embed="rId2"/>
          <a:stretch>
            <a:fillRect/>
          </a:stretch>
        </p:blipFill>
        <p:spPr>
          <a:xfrm>
            <a:off x="3875005" y="2086436"/>
            <a:ext cx="3972910" cy="1777077"/>
          </a:xfrm>
          <a:prstGeom prst="rect">
            <a:avLst/>
          </a:prstGeom>
        </p:spPr>
      </p:pic>
      <p:pic>
        <p:nvPicPr>
          <p:cNvPr id="17" name="Picture 16">
            <a:extLst>
              <a:ext uri="{FF2B5EF4-FFF2-40B4-BE49-F238E27FC236}">
                <a16:creationId xmlns:a16="http://schemas.microsoft.com/office/drawing/2014/main" id="{7FE68614-6BCF-DB39-4C70-099C2B62DA10}"/>
              </a:ext>
            </a:extLst>
          </p:cNvPr>
          <p:cNvPicPr>
            <a:picLocks noChangeAspect="1"/>
          </p:cNvPicPr>
          <p:nvPr/>
        </p:nvPicPr>
        <p:blipFill>
          <a:blip r:embed="rId3"/>
          <a:stretch>
            <a:fillRect/>
          </a:stretch>
        </p:blipFill>
        <p:spPr>
          <a:xfrm>
            <a:off x="-22666" y="1982961"/>
            <a:ext cx="3897671" cy="2469931"/>
          </a:xfrm>
          <a:prstGeom prst="rect">
            <a:avLst/>
          </a:prstGeom>
        </p:spPr>
      </p:pic>
      <p:pic>
        <p:nvPicPr>
          <p:cNvPr id="18" name="Picture 17">
            <a:extLst>
              <a:ext uri="{FF2B5EF4-FFF2-40B4-BE49-F238E27FC236}">
                <a16:creationId xmlns:a16="http://schemas.microsoft.com/office/drawing/2014/main" id="{5F040658-70F8-CD10-2107-B7B114848885}"/>
              </a:ext>
            </a:extLst>
          </p:cNvPr>
          <p:cNvPicPr>
            <a:picLocks noChangeAspect="1"/>
          </p:cNvPicPr>
          <p:nvPr/>
        </p:nvPicPr>
        <p:blipFill>
          <a:blip r:embed="rId4"/>
          <a:stretch>
            <a:fillRect/>
          </a:stretch>
        </p:blipFill>
        <p:spPr>
          <a:xfrm>
            <a:off x="8063721" y="1632280"/>
            <a:ext cx="4054707" cy="2469931"/>
          </a:xfrm>
          <a:prstGeom prst="rect">
            <a:avLst/>
          </a:prstGeom>
        </p:spPr>
      </p:pic>
      <p:sp>
        <p:nvSpPr>
          <p:cNvPr id="20" name="TextBox 19">
            <a:extLst>
              <a:ext uri="{FF2B5EF4-FFF2-40B4-BE49-F238E27FC236}">
                <a16:creationId xmlns:a16="http://schemas.microsoft.com/office/drawing/2014/main" id="{B1354ACE-06EA-9626-3C61-B071C5CF366E}"/>
              </a:ext>
            </a:extLst>
          </p:cNvPr>
          <p:cNvSpPr txBox="1"/>
          <p:nvPr/>
        </p:nvSpPr>
        <p:spPr>
          <a:xfrm>
            <a:off x="73572" y="426580"/>
            <a:ext cx="10531366" cy="1446550"/>
          </a:xfrm>
          <a:prstGeom prst="rect">
            <a:avLst/>
          </a:prstGeom>
          <a:noFill/>
        </p:spPr>
        <p:txBody>
          <a:bodyPr wrap="square">
            <a:spAutoFit/>
          </a:bodyPr>
          <a:lstStyle/>
          <a:p>
            <a:r>
              <a:rPr lang="en-US" b="1" dirty="0"/>
              <a:t>Long Short-Term Memory (LSTM)</a:t>
            </a:r>
            <a:br>
              <a:rPr lang="en-US" b="1" dirty="0"/>
            </a:br>
            <a:r>
              <a:rPr lang="en-US" sz="1400" dirty="0"/>
              <a:t>A Long short-term memory (LSTM) is a type of Recurrent Neural Network specially designed to prevent the neural network output for a given input from either decaying or exploding as it cycles through the feedback loops. The feedback loops are what allow recurrent networks to be better at pattern recognition than other neural networks. Memory of past input is critical for solving sequence learning tasks and Long short-term memory networks provide better performance compared to other RNN architectures by alleviating what is called the vanishing gradient problem.</a:t>
            </a:r>
            <a:endParaRPr lang="en-IN" sz="1400" dirty="0"/>
          </a:p>
        </p:txBody>
      </p:sp>
      <p:pic>
        <p:nvPicPr>
          <p:cNvPr id="21" name="Picture 20">
            <a:extLst>
              <a:ext uri="{FF2B5EF4-FFF2-40B4-BE49-F238E27FC236}">
                <a16:creationId xmlns:a16="http://schemas.microsoft.com/office/drawing/2014/main" id="{E8B6CC28-9C34-9F44-1C67-5876383D9AA9}"/>
              </a:ext>
            </a:extLst>
          </p:cNvPr>
          <p:cNvPicPr>
            <a:picLocks noChangeAspect="1"/>
          </p:cNvPicPr>
          <p:nvPr/>
        </p:nvPicPr>
        <p:blipFill>
          <a:blip r:embed="rId5"/>
          <a:srcRect t="1548" b="993"/>
          <a:stretch/>
        </p:blipFill>
        <p:spPr>
          <a:xfrm>
            <a:off x="3713467" y="4407650"/>
            <a:ext cx="2690648" cy="2274962"/>
          </a:xfrm>
          <a:prstGeom prst="rect">
            <a:avLst/>
          </a:prstGeom>
        </p:spPr>
      </p:pic>
      <p:pic>
        <p:nvPicPr>
          <p:cNvPr id="22" name="Picture 3">
            <a:extLst>
              <a:ext uri="{FF2B5EF4-FFF2-40B4-BE49-F238E27FC236}">
                <a16:creationId xmlns:a16="http://schemas.microsoft.com/office/drawing/2014/main" id="{6E887DF0-A39D-56BD-8060-87986C9CDD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3707" y="4340910"/>
            <a:ext cx="5689976" cy="24521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78C012F-7CCD-7BD4-3B73-4E73FCDFBF51}"/>
              </a:ext>
            </a:extLst>
          </p:cNvPr>
          <p:cNvSpPr txBox="1"/>
          <p:nvPr/>
        </p:nvSpPr>
        <p:spPr>
          <a:xfrm>
            <a:off x="959032" y="4562723"/>
            <a:ext cx="1475084" cy="246221"/>
          </a:xfrm>
          <a:prstGeom prst="rect">
            <a:avLst/>
          </a:prstGeom>
          <a:noFill/>
        </p:spPr>
        <p:txBody>
          <a:bodyPr wrap="none" rtlCol="0">
            <a:spAutoFit/>
          </a:bodyPr>
          <a:lstStyle/>
          <a:p>
            <a:r>
              <a:rPr lang="en-IN" sz="1000" dirty="0"/>
              <a:t>Fig 2. LSTM Based NN</a:t>
            </a:r>
          </a:p>
        </p:txBody>
      </p:sp>
      <p:sp>
        <p:nvSpPr>
          <p:cNvPr id="5" name="TextBox 4">
            <a:extLst>
              <a:ext uri="{FF2B5EF4-FFF2-40B4-BE49-F238E27FC236}">
                <a16:creationId xmlns:a16="http://schemas.microsoft.com/office/drawing/2014/main" id="{98866FFF-F53B-FC26-3BB0-D1BF19F85BAA}"/>
              </a:ext>
            </a:extLst>
          </p:cNvPr>
          <p:cNvSpPr txBox="1"/>
          <p:nvPr/>
        </p:nvSpPr>
        <p:spPr>
          <a:xfrm>
            <a:off x="4795818" y="3966988"/>
            <a:ext cx="2106667" cy="246221"/>
          </a:xfrm>
          <a:prstGeom prst="rect">
            <a:avLst/>
          </a:prstGeom>
          <a:noFill/>
        </p:spPr>
        <p:txBody>
          <a:bodyPr wrap="none" rtlCol="0">
            <a:spAutoFit/>
          </a:bodyPr>
          <a:lstStyle/>
          <a:p>
            <a:r>
              <a:rPr lang="en-IN" sz="1000" dirty="0"/>
              <a:t>Fig 3. Neural Network Summary</a:t>
            </a:r>
          </a:p>
        </p:txBody>
      </p:sp>
      <p:sp>
        <p:nvSpPr>
          <p:cNvPr id="7" name="TextBox 6">
            <a:extLst>
              <a:ext uri="{FF2B5EF4-FFF2-40B4-BE49-F238E27FC236}">
                <a16:creationId xmlns:a16="http://schemas.microsoft.com/office/drawing/2014/main" id="{3DB4017B-F127-08CE-015B-B7502FEDB957}"/>
              </a:ext>
            </a:extLst>
          </p:cNvPr>
          <p:cNvSpPr txBox="1"/>
          <p:nvPr/>
        </p:nvSpPr>
        <p:spPr>
          <a:xfrm>
            <a:off x="9252543" y="4004849"/>
            <a:ext cx="1677062" cy="246221"/>
          </a:xfrm>
          <a:prstGeom prst="rect">
            <a:avLst/>
          </a:prstGeom>
          <a:noFill/>
        </p:spPr>
        <p:txBody>
          <a:bodyPr wrap="none" rtlCol="0">
            <a:spAutoFit/>
          </a:bodyPr>
          <a:lstStyle/>
          <a:p>
            <a:r>
              <a:rPr lang="en-IN" sz="1000" dirty="0"/>
              <a:t>Fig 4. LSTM Architecture </a:t>
            </a:r>
          </a:p>
        </p:txBody>
      </p:sp>
      <p:sp>
        <p:nvSpPr>
          <p:cNvPr id="8" name="TextBox 7">
            <a:extLst>
              <a:ext uri="{FF2B5EF4-FFF2-40B4-BE49-F238E27FC236}">
                <a16:creationId xmlns:a16="http://schemas.microsoft.com/office/drawing/2014/main" id="{843850D3-8474-9405-1FB3-8C1988BB8A28}"/>
              </a:ext>
            </a:extLst>
          </p:cNvPr>
          <p:cNvSpPr txBox="1"/>
          <p:nvPr/>
        </p:nvSpPr>
        <p:spPr>
          <a:xfrm>
            <a:off x="4795818" y="6611779"/>
            <a:ext cx="2626040" cy="246221"/>
          </a:xfrm>
          <a:prstGeom prst="rect">
            <a:avLst/>
          </a:prstGeom>
          <a:noFill/>
        </p:spPr>
        <p:txBody>
          <a:bodyPr wrap="none" rtlCol="0">
            <a:spAutoFit/>
          </a:bodyPr>
          <a:lstStyle/>
          <a:p>
            <a:r>
              <a:rPr lang="en-IN" sz="1000" dirty="0"/>
              <a:t>Fig 5. Accuracy and Prediction Vs Real</a:t>
            </a:r>
          </a:p>
        </p:txBody>
      </p:sp>
    </p:spTree>
    <p:extLst>
      <p:ext uri="{BB962C8B-B14F-4D97-AF65-F5344CB8AC3E}">
        <p14:creationId xmlns:p14="http://schemas.microsoft.com/office/powerpoint/2010/main" val="65460748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294A07-6B7B-C018-AE5D-F3E797E1D5C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4" name="TextBox 3">
            <a:extLst>
              <a:ext uri="{FF2B5EF4-FFF2-40B4-BE49-F238E27FC236}">
                <a16:creationId xmlns:a16="http://schemas.microsoft.com/office/drawing/2014/main" id="{97FC88E4-17C0-66DE-7F8B-14A6DBB5074B}"/>
              </a:ext>
            </a:extLst>
          </p:cNvPr>
          <p:cNvSpPr txBox="1"/>
          <p:nvPr/>
        </p:nvSpPr>
        <p:spPr>
          <a:xfrm>
            <a:off x="0" y="480395"/>
            <a:ext cx="11288110" cy="1785104"/>
          </a:xfrm>
          <a:prstGeom prst="rect">
            <a:avLst/>
          </a:prstGeom>
          <a:noFill/>
        </p:spPr>
        <p:txBody>
          <a:bodyPr wrap="square">
            <a:spAutoFit/>
          </a:bodyPr>
          <a:lstStyle/>
          <a:p>
            <a:pPr>
              <a:buNone/>
            </a:pPr>
            <a:r>
              <a:rPr lang="en-US" sz="2000" dirty="0"/>
              <a:t> </a:t>
            </a:r>
            <a:r>
              <a:rPr lang="en-US" sz="2000" b="1" dirty="0"/>
              <a:t>Significance of Solar Forecasting in the Project</a:t>
            </a:r>
            <a:endParaRPr lang="en-US" sz="20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Allows early assessment of power balance by comparing forecasted solar output, battery SOC, and estimated load demand.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Facilitates dynamic load prioritization between essential and non-essential loads based on forecasted supply.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dependence on backup sources (grid/generator) by optimizing renewable energy utilization.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Ensures reliable power delivery to critical (essential) loads under variable solar generation conditions.</a:t>
            </a:r>
          </a:p>
        </p:txBody>
      </p:sp>
      <p:sp>
        <p:nvSpPr>
          <p:cNvPr id="6" name="TextBox 5">
            <a:extLst>
              <a:ext uri="{FF2B5EF4-FFF2-40B4-BE49-F238E27FC236}">
                <a16:creationId xmlns:a16="http://schemas.microsoft.com/office/drawing/2014/main" id="{A5FB1AF6-8575-8F3E-7AC2-B1845C68D922}"/>
              </a:ext>
            </a:extLst>
          </p:cNvPr>
          <p:cNvSpPr txBox="1"/>
          <p:nvPr/>
        </p:nvSpPr>
        <p:spPr>
          <a:xfrm>
            <a:off x="4009697" y="111063"/>
            <a:ext cx="6096000" cy="369332"/>
          </a:xfrm>
          <a:prstGeom prst="rect">
            <a:avLst/>
          </a:prstGeom>
          <a:noFill/>
        </p:spPr>
        <p:txBody>
          <a:bodyPr wrap="square">
            <a:spAutoFit/>
          </a:bodyPr>
          <a:lstStyle/>
          <a:p>
            <a:r>
              <a:rPr lang="en-IN" sz="1800" b="1" dirty="0"/>
              <a:t>SOLAR POWER FORECASTING </a:t>
            </a:r>
          </a:p>
        </p:txBody>
      </p:sp>
      <p:pic>
        <p:nvPicPr>
          <p:cNvPr id="5" name="Picture 4">
            <a:extLst>
              <a:ext uri="{FF2B5EF4-FFF2-40B4-BE49-F238E27FC236}">
                <a16:creationId xmlns:a16="http://schemas.microsoft.com/office/drawing/2014/main" id="{CE6DD65C-CC3F-3DEE-8E69-86AE950C5BD1}"/>
              </a:ext>
            </a:extLst>
          </p:cNvPr>
          <p:cNvPicPr>
            <a:picLocks noChangeAspect="1"/>
          </p:cNvPicPr>
          <p:nvPr/>
        </p:nvPicPr>
        <p:blipFill>
          <a:blip r:embed="rId2"/>
          <a:stretch>
            <a:fillRect/>
          </a:stretch>
        </p:blipFill>
        <p:spPr>
          <a:xfrm>
            <a:off x="0" y="2233968"/>
            <a:ext cx="6096000" cy="4592501"/>
          </a:xfrm>
          <a:prstGeom prst="rect">
            <a:avLst/>
          </a:prstGeom>
        </p:spPr>
      </p:pic>
      <p:pic>
        <p:nvPicPr>
          <p:cNvPr id="9" name="Picture 8">
            <a:extLst>
              <a:ext uri="{FF2B5EF4-FFF2-40B4-BE49-F238E27FC236}">
                <a16:creationId xmlns:a16="http://schemas.microsoft.com/office/drawing/2014/main" id="{233F3F4B-E44C-A2D0-8EBC-6CB3DFD0BF1E}"/>
              </a:ext>
            </a:extLst>
          </p:cNvPr>
          <p:cNvPicPr>
            <a:picLocks noChangeAspect="1"/>
          </p:cNvPicPr>
          <p:nvPr/>
        </p:nvPicPr>
        <p:blipFill>
          <a:blip r:embed="rId3"/>
          <a:stretch>
            <a:fillRect/>
          </a:stretch>
        </p:blipFill>
        <p:spPr>
          <a:xfrm>
            <a:off x="6169572" y="2233968"/>
            <a:ext cx="6022428" cy="4296774"/>
          </a:xfrm>
          <a:prstGeom prst="rect">
            <a:avLst/>
          </a:prstGeom>
        </p:spPr>
      </p:pic>
      <p:sp>
        <p:nvSpPr>
          <p:cNvPr id="10" name="TextBox 9">
            <a:extLst>
              <a:ext uri="{FF2B5EF4-FFF2-40B4-BE49-F238E27FC236}">
                <a16:creationId xmlns:a16="http://schemas.microsoft.com/office/drawing/2014/main" id="{8AD8B7C8-14C1-F28F-1D0F-3949F276BF57}"/>
              </a:ext>
            </a:extLst>
          </p:cNvPr>
          <p:cNvSpPr txBox="1"/>
          <p:nvPr/>
        </p:nvSpPr>
        <p:spPr>
          <a:xfrm>
            <a:off x="1870841" y="6627168"/>
            <a:ext cx="1713931" cy="230832"/>
          </a:xfrm>
          <a:prstGeom prst="rect">
            <a:avLst/>
          </a:prstGeom>
          <a:noFill/>
        </p:spPr>
        <p:txBody>
          <a:bodyPr wrap="none" rtlCol="0">
            <a:spAutoFit/>
          </a:bodyPr>
          <a:lstStyle/>
          <a:p>
            <a:r>
              <a:rPr lang="en-IN" sz="900" dirty="0"/>
              <a:t>Fig 6. Comparative Analysis</a:t>
            </a:r>
          </a:p>
        </p:txBody>
      </p:sp>
    </p:spTree>
    <p:extLst>
      <p:ext uri="{BB962C8B-B14F-4D97-AF65-F5344CB8AC3E}">
        <p14:creationId xmlns:p14="http://schemas.microsoft.com/office/powerpoint/2010/main" val="193974709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A3DC45-74CE-B58C-29CA-7B187FCA1A38}"/>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6" name="TextBox 5">
            <a:extLst>
              <a:ext uri="{FF2B5EF4-FFF2-40B4-BE49-F238E27FC236}">
                <a16:creationId xmlns:a16="http://schemas.microsoft.com/office/drawing/2014/main" id="{C9B84020-B09F-FFFC-C618-A65D6BF6FC6C}"/>
              </a:ext>
            </a:extLst>
          </p:cNvPr>
          <p:cNvSpPr txBox="1"/>
          <p:nvPr/>
        </p:nvSpPr>
        <p:spPr>
          <a:xfrm>
            <a:off x="3654973" y="312829"/>
            <a:ext cx="4882054" cy="461665"/>
          </a:xfrm>
          <a:prstGeom prst="rect">
            <a:avLst/>
          </a:prstGeom>
          <a:noFill/>
        </p:spPr>
        <p:txBody>
          <a:bodyPr wrap="square">
            <a:spAutoFit/>
          </a:bodyPr>
          <a:lstStyle/>
          <a:p>
            <a:r>
              <a:rPr lang="en-IN" sz="2400" b="1" dirty="0"/>
              <a:t>LOAD MANAGEMENT SYSTEM</a:t>
            </a:r>
          </a:p>
        </p:txBody>
      </p:sp>
      <p:sp>
        <p:nvSpPr>
          <p:cNvPr id="4" name="TextBox 3">
            <a:extLst>
              <a:ext uri="{FF2B5EF4-FFF2-40B4-BE49-F238E27FC236}">
                <a16:creationId xmlns:a16="http://schemas.microsoft.com/office/drawing/2014/main" id="{3B83465F-1CAC-3743-11C1-4D4B28F2CC2A}"/>
              </a:ext>
            </a:extLst>
          </p:cNvPr>
          <p:cNvSpPr txBox="1"/>
          <p:nvPr/>
        </p:nvSpPr>
        <p:spPr>
          <a:xfrm>
            <a:off x="208237" y="1537613"/>
            <a:ext cx="10323129" cy="2031325"/>
          </a:xfrm>
          <a:prstGeom prst="rect">
            <a:avLst/>
          </a:prstGeom>
          <a:noFill/>
        </p:spPr>
        <p:txBody>
          <a:bodyPr wrap="square">
            <a:spAutoFit/>
          </a:bodyPr>
          <a:lstStyle/>
          <a:p>
            <a:pPr>
              <a:buFont typeface="Arial" panose="020B0604020202020204" pitchFamily="34" charset="0"/>
              <a:buChar char="•"/>
            </a:pPr>
            <a:r>
              <a:rPr lang="en-US" dirty="0"/>
              <a:t> </a:t>
            </a:r>
            <a:r>
              <a:rPr lang="en-US" b="1" dirty="0"/>
              <a:t>All Loads Supplied (Normal Operation):</a:t>
            </a:r>
            <a:r>
              <a:rPr lang="en-US" dirty="0"/>
              <a:t> Energy supply (from solar and battery) is sufficient 	to meet both essential and non-essential load demands</a:t>
            </a:r>
          </a:p>
          <a:p>
            <a:pPr>
              <a:buFont typeface="Arial" panose="020B0604020202020204" pitchFamily="34" charset="0"/>
              <a:buChar char="•"/>
            </a:pPr>
            <a:r>
              <a:rPr lang="en-US" dirty="0"/>
              <a:t> </a:t>
            </a:r>
            <a:r>
              <a:rPr lang="en-US" b="1" dirty="0"/>
              <a:t>Non-Essential Load Cut (Partial Curtailment): </a:t>
            </a:r>
            <a:r>
              <a:rPr lang="en-US" dirty="0"/>
              <a:t>Energy supply is insufficient for full load 	demand but enough for essential services</a:t>
            </a:r>
          </a:p>
          <a:p>
            <a:pPr>
              <a:buFont typeface="Arial" panose="020B0604020202020204" pitchFamily="34" charset="0"/>
              <a:buChar char="•"/>
            </a:pPr>
            <a:r>
              <a:rPr lang="en-US" dirty="0"/>
              <a:t> </a:t>
            </a:r>
            <a:r>
              <a:rPr lang="en-US" b="1" dirty="0"/>
              <a:t>Switch to Backup Power (Critical Condition): </a:t>
            </a:r>
            <a:r>
              <a:rPr lang="en-US" dirty="0"/>
              <a:t>System cannot support the essential loads 	with available solar and battery power. In this state, the LMS triggers the use of backup 	sources such as the grid or generators to ensure continuity of essential operations.</a:t>
            </a:r>
          </a:p>
        </p:txBody>
      </p:sp>
      <p:sp>
        <p:nvSpPr>
          <p:cNvPr id="8" name="TextBox 7">
            <a:extLst>
              <a:ext uri="{FF2B5EF4-FFF2-40B4-BE49-F238E27FC236}">
                <a16:creationId xmlns:a16="http://schemas.microsoft.com/office/drawing/2014/main" id="{C6E5B3AC-33A9-9F9C-A2DB-FD7C7DACBB46}"/>
              </a:ext>
            </a:extLst>
          </p:cNvPr>
          <p:cNvSpPr txBox="1"/>
          <p:nvPr/>
        </p:nvSpPr>
        <p:spPr>
          <a:xfrm>
            <a:off x="300784" y="1049187"/>
            <a:ext cx="6096000" cy="369332"/>
          </a:xfrm>
          <a:prstGeom prst="rect">
            <a:avLst/>
          </a:prstGeom>
          <a:noFill/>
        </p:spPr>
        <p:txBody>
          <a:bodyPr wrap="square">
            <a:spAutoFit/>
          </a:bodyPr>
          <a:lstStyle/>
          <a:p>
            <a:r>
              <a:rPr lang="en-US" b="1" dirty="0"/>
              <a:t>System States:</a:t>
            </a:r>
            <a:endParaRPr lang="en-IN" b="1" dirty="0"/>
          </a:p>
        </p:txBody>
      </p:sp>
      <p:pic>
        <p:nvPicPr>
          <p:cNvPr id="10" name="Picture 9">
            <a:extLst>
              <a:ext uri="{FF2B5EF4-FFF2-40B4-BE49-F238E27FC236}">
                <a16:creationId xmlns:a16="http://schemas.microsoft.com/office/drawing/2014/main" id="{C00B8413-B745-84CE-5477-3AC15DCF83D9}"/>
              </a:ext>
            </a:extLst>
          </p:cNvPr>
          <p:cNvPicPr>
            <a:picLocks noChangeAspect="1"/>
          </p:cNvPicPr>
          <p:nvPr/>
        </p:nvPicPr>
        <p:blipFill>
          <a:blip r:embed="rId2"/>
          <a:stretch>
            <a:fillRect/>
          </a:stretch>
        </p:blipFill>
        <p:spPr>
          <a:xfrm>
            <a:off x="2457451" y="3656660"/>
            <a:ext cx="6797415" cy="3012864"/>
          </a:xfrm>
          <a:prstGeom prst="rect">
            <a:avLst/>
          </a:prstGeom>
        </p:spPr>
      </p:pic>
      <p:sp>
        <p:nvSpPr>
          <p:cNvPr id="3" name="TextBox 2">
            <a:extLst>
              <a:ext uri="{FF2B5EF4-FFF2-40B4-BE49-F238E27FC236}">
                <a16:creationId xmlns:a16="http://schemas.microsoft.com/office/drawing/2014/main" id="{1636EFF4-E6AE-B132-5E31-8A23ACCC16EA}"/>
              </a:ext>
            </a:extLst>
          </p:cNvPr>
          <p:cNvSpPr txBox="1"/>
          <p:nvPr/>
        </p:nvSpPr>
        <p:spPr>
          <a:xfrm>
            <a:off x="4722674" y="6546413"/>
            <a:ext cx="2266967" cy="246221"/>
          </a:xfrm>
          <a:prstGeom prst="rect">
            <a:avLst/>
          </a:prstGeom>
          <a:noFill/>
        </p:spPr>
        <p:txBody>
          <a:bodyPr wrap="none" rtlCol="0">
            <a:spAutoFit/>
          </a:bodyPr>
          <a:lstStyle/>
          <a:p>
            <a:r>
              <a:rPr lang="en-IN" sz="1000" dirty="0"/>
              <a:t>Fig 7. System State Block Diagram</a:t>
            </a:r>
          </a:p>
        </p:txBody>
      </p:sp>
    </p:spTree>
    <p:extLst>
      <p:ext uri="{BB962C8B-B14F-4D97-AF65-F5344CB8AC3E}">
        <p14:creationId xmlns:p14="http://schemas.microsoft.com/office/powerpoint/2010/main" val="310823200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59275F-E1C5-2BA8-2006-640ECD00B19F}"/>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7" name="Picture 6">
            <a:extLst>
              <a:ext uri="{FF2B5EF4-FFF2-40B4-BE49-F238E27FC236}">
                <a16:creationId xmlns:a16="http://schemas.microsoft.com/office/drawing/2014/main" id="{547F3664-263D-7D98-6CF5-60609E481EFA}"/>
              </a:ext>
            </a:extLst>
          </p:cNvPr>
          <p:cNvPicPr>
            <a:picLocks noChangeAspect="1"/>
          </p:cNvPicPr>
          <p:nvPr/>
        </p:nvPicPr>
        <p:blipFill>
          <a:blip r:embed="rId2"/>
          <a:stretch>
            <a:fillRect/>
          </a:stretch>
        </p:blipFill>
        <p:spPr>
          <a:xfrm>
            <a:off x="98617" y="920162"/>
            <a:ext cx="8357887" cy="3080461"/>
          </a:xfrm>
          <a:prstGeom prst="rect">
            <a:avLst/>
          </a:prstGeom>
        </p:spPr>
      </p:pic>
      <p:sp>
        <p:nvSpPr>
          <p:cNvPr id="3" name="TextBox 2">
            <a:extLst>
              <a:ext uri="{FF2B5EF4-FFF2-40B4-BE49-F238E27FC236}">
                <a16:creationId xmlns:a16="http://schemas.microsoft.com/office/drawing/2014/main" id="{21E5AD26-8261-61AB-9974-60F8496EBC8F}"/>
              </a:ext>
            </a:extLst>
          </p:cNvPr>
          <p:cNvSpPr txBox="1"/>
          <p:nvPr/>
        </p:nvSpPr>
        <p:spPr>
          <a:xfrm>
            <a:off x="872359" y="417962"/>
            <a:ext cx="8988358" cy="523220"/>
          </a:xfrm>
          <a:prstGeom prst="rect">
            <a:avLst/>
          </a:prstGeom>
          <a:noFill/>
        </p:spPr>
        <p:txBody>
          <a:bodyPr wrap="none" rtlCol="0">
            <a:spAutoFit/>
          </a:bodyPr>
          <a:lstStyle/>
          <a:p>
            <a:r>
              <a:rPr lang="en-IN" sz="2800" b="1" dirty="0"/>
              <a:t>Load Management System Architecture and Result</a:t>
            </a:r>
          </a:p>
        </p:txBody>
      </p:sp>
      <p:pic>
        <p:nvPicPr>
          <p:cNvPr id="4" name="Picture 3">
            <a:extLst>
              <a:ext uri="{FF2B5EF4-FFF2-40B4-BE49-F238E27FC236}">
                <a16:creationId xmlns:a16="http://schemas.microsoft.com/office/drawing/2014/main" id="{5B3EFF74-E1B3-AF06-49C9-906A2A9D7DDC}"/>
              </a:ext>
            </a:extLst>
          </p:cNvPr>
          <p:cNvPicPr>
            <a:picLocks noChangeAspect="1"/>
          </p:cNvPicPr>
          <p:nvPr/>
        </p:nvPicPr>
        <p:blipFill>
          <a:blip r:embed="rId3"/>
          <a:stretch>
            <a:fillRect/>
          </a:stretch>
        </p:blipFill>
        <p:spPr>
          <a:xfrm>
            <a:off x="197716" y="3842967"/>
            <a:ext cx="6137871" cy="2715065"/>
          </a:xfrm>
          <a:prstGeom prst="rect">
            <a:avLst/>
          </a:prstGeom>
        </p:spPr>
      </p:pic>
      <p:pic>
        <p:nvPicPr>
          <p:cNvPr id="6" name="Picture 5">
            <a:extLst>
              <a:ext uri="{FF2B5EF4-FFF2-40B4-BE49-F238E27FC236}">
                <a16:creationId xmlns:a16="http://schemas.microsoft.com/office/drawing/2014/main" id="{AA77A58E-7820-B66E-7AAF-E5B66CA7AD87}"/>
              </a:ext>
            </a:extLst>
          </p:cNvPr>
          <p:cNvPicPr>
            <a:picLocks noChangeAspect="1"/>
          </p:cNvPicPr>
          <p:nvPr/>
        </p:nvPicPr>
        <p:blipFill>
          <a:blip r:embed="rId4"/>
          <a:stretch>
            <a:fillRect/>
          </a:stretch>
        </p:blipFill>
        <p:spPr>
          <a:xfrm>
            <a:off x="6335587" y="3025543"/>
            <a:ext cx="5658697" cy="3536727"/>
          </a:xfrm>
          <a:prstGeom prst="rect">
            <a:avLst/>
          </a:prstGeom>
        </p:spPr>
      </p:pic>
      <p:sp>
        <p:nvSpPr>
          <p:cNvPr id="9" name="TextBox 8">
            <a:extLst>
              <a:ext uri="{FF2B5EF4-FFF2-40B4-BE49-F238E27FC236}">
                <a16:creationId xmlns:a16="http://schemas.microsoft.com/office/drawing/2014/main" id="{40865732-1BB7-D9F5-8496-6FC992929D90}"/>
              </a:ext>
            </a:extLst>
          </p:cNvPr>
          <p:cNvSpPr txBox="1"/>
          <p:nvPr/>
        </p:nvSpPr>
        <p:spPr>
          <a:xfrm>
            <a:off x="2630738" y="3556981"/>
            <a:ext cx="3617625" cy="246221"/>
          </a:xfrm>
          <a:prstGeom prst="rect">
            <a:avLst/>
          </a:prstGeom>
          <a:noFill/>
        </p:spPr>
        <p:txBody>
          <a:bodyPr wrap="square">
            <a:spAutoFit/>
          </a:bodyPr>
          <a:lstStyle/>
          <a:p>
            <a:r>
              <a:rPr lang="en-IN" sz="1000" dirty="0"/>
              <a:t>Fig 9. Overall Load Management System Block Diagram</a:t>
            </a:r>
          </a:p>
        </p:txBody>
      </p:sp>
      <p:sp>
        <p:nvSpPr>
          <p:cNvPr id="11" name="TextBox 10">
            <a:extLst>
              <a:ext uri="{FF2B5EF4-FFF2-40B4-BE49-F238E27FC236}">
                <a16:creationId xmlns:a16="http://schemas.microsoft.com/office/drawing/2014/main" id="{5CDD9AE8-77CD-C0C0-EB71-AA6F9944ADC4}"/>
              </a:ext>
            </a:extLst>
          </p:cNvPr>
          <p:cNvSpPr txBox="1"/>
          <p:nvPr/>
        </p:nvSpPr>
        <p:spPr>
          <a:xfrm>
            <a:off x="7273073" y="6558032"/>
            <a:ext cx="3783724" cy="246221"/>
          </a:xfrm>
          <a:prstGeom prst="rect">
            <a:avLst/>
          </a:prstGeom>
          <a:noFill/>
        </p:spPr>
        <p:txBody>
          <a:bodyPr wrap="square">
            <a:spAutoFit/>
          </a:bodyPr>
          <a:lstStyle/>
          <a:p>
            <a:r>
              <a:rPr lang="en-IN" sz="1000" dirty="0"/>
              <a:t>Fig 10. Code Implementation of Load management Logic</a:t>
            </a:r>
          </a:p>
        </p:txBody>
      </p:sp>
      <p:sp>
        <p:nvSpPr>
          <p:cNvPr id="13" name="TextBox 12">
            <a:extLst>
              <a:ext uri="{FF2B5EF4-FFF2-40B4-BE49-F238E27FC236}">
                <a16:creationId xmlns:a16="http://schemas.microsoft.com/office/drawing/2014/main" id="{032095C4-1B14-6E15-E414-D8238E3F95A8}"/>
              </a:ext>
            </a:extLst>
          </p:cNvPr>
          <p:cNvSpPr txBox="1"/>
          <p:nvPr/>
        </p:nvSpPr>
        <p:spPr>
          <a:xfrm>
            <a:off x="775990" y="6528588"/>
            <a:ext cx="3291514" cy="246221"/>
          </a:xfrm>
          <a:prstGeom prst="rect">
            <a:avLst/>
          </a:prstGeom>
          <a:noFill/>
        </p:spPr>
        <p:txBody>
          <a:bodyPr wrap="square">
            <a:spAutoFit/>
          </a:bodyPr>
          <a:lstStyle/>
          <a:p>
            <a:r>
              <a:rPr lang="en-IN" sz="1000" dirty="0"/>
              <a:t>Fig 8. Load management on 30 day of December</a:t>
            </a:r>
          </a:p>
        </p:txBody>
      </p:sp>
    </p:spTree>
    <p:extLst>
      <p:ext uri="{BB962C8B-B14F-4D97-AF65-F5344CB8AC3E}">
        <p14:creationId xmlns:p14="http://schemas.microsoft.com/office/powerpoint/2010/main" val="137836778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02D8D6-922B-A607-C5F8-CC1753304BF8}"/>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4" name="Picture 3">
            <a:extLst>
              <a:ext uri="{FF2B5EF4-FFF2-40B4-BE49-F238E27FC236}">
                <a16:creationId xmlns:a16="http://schemas.microsoft.com/office/drawing/2014/main" id="{05104AC3-4DFB-A1C6-39DB-51DA4D809823}"/>
              </a:ext>
            </a:extLst>
          </p:cNvPr>
          <p:cNvPicPr>
            <a:picLocks noChangeAspect="1"/>
          </p:cNvPicPr>
          <p:nvPr/>
        </p:nvPicPr>
        <p:blipFill>
          <a:blip r:embed="rId2"/>
          <a:stretch>
            <a:fillRect/>
          </a:stretch>
        </p:blipFill>
        <p:spPr>
          <a:xfrm>
            <a:off x="0" y="1109720"/>
            <a:ext cx="5008344" cy="2424826"/>
          </a:xfrm>
          <a:prstGeom prst="rect">
            <a:avLst/>
          </a:prstGeom>
        </p:spPr>
      </p:pic>
      <p:pic>
        <p:nvPicPr>
          <p:cNvPr id="6" name="Picture 5">
            <a:extLst>
              <a:ext uri="{FF2B5EF4-FFF2-40B4-BE49-F238E27FC236}">
                <a16:creationId xmlns:a16="http://schemas.microsoft.com/office/drawing/2014/main" id="{0A97ED4A-FF58-ECC1-C22E-31C1009B7D9B}"/>
              </a:ext>
            </a:extLst>
          </p:cNvPr>
          <p:cNvPicPr>
            <a:picLocks noChangeAspect="1"/>
          </p:cNvPicPr>
          <p:nvPr/>
        </p:nvPicPr>
        <p:blipFill>
          <a:blip r:embed="rId3"/>
          <a:stretch>
            <a:fillRect/>
          </a:stretch>
        </p:blipFill>
        <p:spPr>
          <a:xfrm>
            <a:off x="6464519" y="3777166"/>
            <a:ext cx="5611867" cy="2785105"/>
          </a:xfrm>
          <a:prstGeom prst="rect">
            <a:avLst/>
          </a:prstGeom>
        </p:spPr>
      </p:pic>
      <p:pic>
        <p:nvPicPr>
          <p:cNvPr id="8" name="Picture 7">
            <a:extLst>
              <a:ext uri="{FF2B5EF4-FFF2-40B4-BE49-F238E27FC236}">
                <a16:creationId xmlns:a16="http://schemas.microsoft.com/office/drawing/2014/main" id="{3A83140D-A5AA-2A41-7FC7-479D91433A37}"/>
              </a:ext>
            </a:extLst>
          </p:cNvPr>
          <p:cNvPicPr>
            <a:picLocks noChangeAspect="1"/>
          </p:cNvPicPr>
          <p:nvPr/>
        </p:nvPicPr>
        <p:blipFill>
          <a:blip r:embed="rId4"/>
          <a:stretch>
            <a:fillRect/>
          </a:stretch>
        </p:blipFill>
        <p:spPr>
          <a:xfrm>
            <a:off x="6464519" y="1063416"/>
            <a:ext cx="5193866" cy="2517435"/>
          </a:xfrm>
          <a:prstGeom prst="rect">
            <a:avLst/>
          </a:prstGeom>
        </p:spPr>
      </p:pic>
      <p:pic>
        <p:nvPicPr>
          <p:cNvPr id="10" name="Picture 9">
            <a:extLst>
              <a:ext uri="{FF2B5EF4-FFF2-40B4-BE49-F238E27FC236}">
                <a16:creationId xmlns:a16="http://schemas.microsoft.com/office/drawing/2014/main" id="{9AB2A773-43E1-A704-76B6-9B48F8A9303B}"/>
              </a:ext>
            </a:extLst>
          </p:cNvPr>
          <p:cNvPicPr>
            <a:picLocks noChangeAspect="1"/>
          </p:cNvPicPr>
          <p:nvPr/>
        </p:nvPicPr>
        <p:blipFill>
          <a:blip r:embed="rId5"/>
          <a:stretch>
            <a:fillRect/>
          </a:stretch>
        </p:blipFill>
        <p:spPr>
          <a:xfrm>
            <a:off x="115615" y="3980855"/>
            <a:ext cx="5611867" cy="2722353"/>
          </a:xfrm>
          <a:prstGeom prst="rect">
            <a:avLst/>
          </a:prstGeom>
        </p:spPr>
      </p:pic>
      <p:sp>
        <p:nvSpPr>
          <p:cNvPr id="11" name="Rectangle 10">
            <a:extLst>
              <a:ext uri="{FF2B5EF4-FFF2-40B4-BE49-F238E27FC236}">
                <a16:creationId xmlns:a16="http://schemas.microsoft.com/office/drawing/2014/main" id="{07361B38-848C-B192-4006-4952752F36AE}"/>
              </a:ext>
            </a:extLst>
          </p:cNvPr>
          <p:cNvSpPr/>
          <p:nvPr/>
        </p:nvSpPr>
        <p:spPr>
          <a:xfrm>
            <a:off x="3100553" y="1109720"/>
            <a:ext cx="567558" cy="1094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2335764-573D-64FD-E427-338D7A9A8AD2}"/>
              </a:ext>
            </a:extLst>
          </p:cNvPr>
          <p:cNvSpPr/>
          <p:nvPr/>
        </p:nvSpPr>
        <p:spPr>
          <a:xfrm>
            <a:off x="3857298" y="3980855"/>
            <a:ext cx="551792" cy="761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EE351D21-697E-BD6F-F819-3FDDD9EB9288}"/>
              </a:ext>
            </a:extLst>
          </p:cNvPr>
          <p:cNvSpPr txBox="1"/>
          <p:nvPr/>
        </p:nvSpPr>
        <p:spPr>
          <a:xfrm>
            <a:off x="110360" y="295729"/>
            <a:ext cx="5980386" cy="369332"/>
          </a:xfrm>
          <a:prstGeom prst="rect">
            <a:avLst/>
          </a:prstGeom>
          <a:noFill/>
        </p:spPr>
        <p:txBody>
          <a:bodyPr wrap="square" rtlCol="0">
            <a:spAutoFit/>
          </a:bodyPr>
          <a:lstStyle/>
          <a:p>
            <a:r>
              <a:rPr lang="en-IN" b="1" dirty="0"/>
              <a:t>Case1: </a:t>
            </a:r>
            <a:r>
              <a:rPr lang="en-IN" sz="1600" b="1" dirty="0"/>
              <a:t>Extended low radiation Due to Fault Weather</a:t>
            </a:r>
          </a:p>
        </p:txBody>
      </p:sp>
      <p:sp>
        <p:nvSpPr>
          <p:cNvPr id="14" name="TextBox 13">
            <a:extLst>
              <a:ext uri="{FF2B5EF4-FFF2-40B4-BE49-F238E27FC236}">
                <a16:creationId xmlns:a16="http://schemas.microsoft.com/office/drawing/2014/main" id="{7FD597D3-FA7B-E69B-6741-8A761DEABCB6}"/>
              </a:ext>
            </a:extLst>
          </p:cNvPr>
          <p:cNvSpPr txBox="1"/>
          <p:nvPr/>
        </p:nvSpPr>
        <p:spPr>
          <a:xfrm>
            <a:off x="5768256" y="295729"/>
            <a:ext cx="4817344" cy="369332"/>
          </a:xfrm>
          <a:prstGeom prst="rect">
            <a:avLst/>
          </a:prstGeom>
          <a:noFill/>
        </p:spPr>
        <p:txBody>
          <a:bodyPr wrap="none" rtlCol="0">
            <a:spAutoFit/>
          </a:bodyPr>
          <a:lstStyle/>
          <a:p>
            <a:r>
              <a:rPr lang="en-IN" b="1" dirty="0"/>
              <a:t>Case2: </a:t>
            </a:r>
            <a:r>
              <a:rPr lang="en-IN" sz="1600" b="1" dirty="0"/>
              <a:t>Extreme Events like Natural Calamities</a:t>
            </a:r>
          </a:p>
        </p:txBody>
      </p:sp>
      <p:sp>
        <p:nvSpPr>
          <p:cNvPr id="15" name="TextBox 14">
            <a:extLst>
              <a:ext uri="{FF2B5EF4-FFF2-40B4-BE49-F238E27FC236}">
                <a16:creationId xmlns:a16="http://schemas.microsoft.com/office/drawing/2014/main" id="{20DBDCF4-9C47-1772-1D68-4DE9C5B5CAC9}"/>
              </a:ext>
            </a:extLst>
          </p:cNvPr>
          <p:cNvSpPr txBox="1"/>
          <p:nvPr/>
        </p:nvSpPr>
        <p:spPr>
          <a:xfrm>
            <a:off x="8317514" y="3722192"/>
            <a:ext cx="494046" cy="215444"/>
          </a:xfrm>
          <a:prstGeom prst="rect">
            <a:avLst/>
          </a:prstGeom>
          <a:noFill/>
        </p:spPr>
        <p:txBody>
          <a:bodyPr wrap="none" rtlCol="0">
            <a:spAutoFit/>
          </a:bodyPr>
          <a:lstStyle/>
          <a:p>
            <a:r>
              <a:rPr lang="en-IN" sz="800" dirty="0"/>
              <a:t>Fig 14.</a:t>
            </a:r>
          </a:p>
        </p:txBody>
      </p:sp>
      <p:sp>
        <p:nvSpPr>
          <p:cNvPr id="17" name="TextBox 16">
            <a:extLst>
              <a:ext uri="{FF2B5EF4-FFF2-40B4-BE49-F238E27FC236}">
                <a16:creationId xmlns:a16="http://schemas.microsoft.com/office/drawing/2014/main" id="{54BEC40A-3448-1CEC-61F0-512B354F7265}"/>
              </a:ext>
            </a:extLst>
          </p:cNvPr>
          <p:cNvSpPr txBox="1"/>
          <p:nvPr/>
        </p:nvSpPr>
        <p:spPr>
          <a:xfrm>
            <a:off x="2010125" y="3918145"/>
            <a:ext cx="494047" cy="215444"/>
          </a:xfrm>
          <a:prstGeom prst="rect">
            <a:avLst/>
          </a:prstGeom>
          <a:noFill/>
        </p:spPr>
        <p:txBody>
          <a:bodyPr wrap="square">
            <a:spAutoFit/>
          </a:bodyPr>
          <a:lstStyle/>
          <a:p>
            <a:r>
              <a:rPr lang="en-IN" sz="800" dirty="0"/>
              <a:t>Fig 12.</a:t>
            </a:r>
          </a:p>
        </p:txBody>
      </p:sp>
      <p:sp>
        <p:nvSpPr>
          <p:cNvPr id="19" name="TextBox 18">
            <a:extLst>
              <a:ext uri="{FF2B5EF4-FFF2-40B4-BE49-F238E27FC236}">
                <a16:creationId xmlns:a16="http://schemas.microsoft.com/office/drawing/2014/main" id="{1BA48DCB-480F-4456-52BE-E2D5E1C4535F}"/>
              </a:ext>
            </a:extLst>
          </p:cNvPr>
          <p:cNvSpPr txBox="1"/>
          <p:nvPr/>
        </p:nvSpPr>
        <p:spPr>
          <a:xfrm>
            <a:off x="1192762" y="1056738"/>
            <a:ext cx="567558" cy="215444"/>
          </a:xfrm>
          <a:prstGeom prst="rect">
            <a:avLst/>
          </a:prstGeom>
          <a:noFill/>
        </p:spPr>
        <p:txBody>
          <a:bodyPr wrap="square">
            <a:spAutoFit/>
          </a:bodyPr>
          <a:lstStyle/>
          <a:p>
            <a:r>
              <a:rPr lang="en-IN" sz="800" dirty="0"/>
              <a:t>Fig 11.</a:t>
            </a:r>
          </a:p>
        </p:txBody>
      </p:sp>
      <p:sp>
        <p:nvSpPr>
          <p:cNvPr id="21" name="TextBox 20">
            <a:extLst>
              <a:ext uri="{FF2B5EF4-FFF2-40B4-BE49-F238E27FC236}">
                <a16:creationId xmlns:a16="http://schemas.microsoft.com/office/drawing/2014/main" id="{F5DFFB0C-8ED9-FAA1-092E-36A74C7F2DEE}"/>
              </a:ext>
            </a:extLst>
          </p:cNvPr>
          <p:cNvSpPr txBox="1"/>
          <p:nvPr/>
        </p:nvSpPr>
        <p:spPr>
          <a:xfrm>
            <a:off x="7682882" y="1003756"/>
            <a:ext cx="494046" cy="215444"/>
          </a:xfrm>
          <a:prstGeom prst="rect">
            <a:avLst/>
          </a:prstGeom>
          <a:noFill/>
        </p:spPr>
        <p:txBody>
          <a:bodyPr wrap="square">
            <a:spAutoFit/>
          </a:bodyPr>
          <a:lstStyle/>
          <a:p>
            <a:r>
              <a:rPr lang="en-IN" sz="800" dirty="0"/>
              <a:t>Fig 13.</a:t>
            </a:r>
          </a:p>
        </p:txBody>
      </p:sp>
    </p:spTree>
    <p:extLst>
      <p:ext uri="{BB962C8B-B14F-4D97-AF65-F5344CB8AC3E}">
        <p14:creationId xmlns:p14="http://schemas.microsoft.com/office/powerpoint/2010/main" val="12033148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D2463-980B-3949-12ED-B707ABBCB875}"/>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E1782E4-E6C8-77B3-7FA3-C7A08BC3893B}"/>
              </a:ext>
            </a:extLst>
          </p:cNvPr>
          <p:cNvSpPr>
            <a:spLocks noGrp="1"/>
          </p:cNvSpPr>
          <p:nvPr>
            <p:ph sz="half" idx="1"/>
          </p:nvPr>
        </p:nvSpPr>
        <p:spPr>
          <a:xfrm>
            <a:off x="1154954" y="2603501"/>
            <a:ext cx="9313350" cy="2399424"/>
          </a:xfrm>
        </p:spPr>
        <p:txBody>
          <a:bodyPr>
            <a:normAutofit/>
          </a:bodyPr>
          <a:lstStyle/>
          <a:p>
            <a:r>
              <a:rPr lang="en-US" dirty="0"/>
              <a:t>Developed a solar power forecasting model using LSTM, trained on real-world data from NIT Meghalaya.</a:t>
            </a:r>
          </a:p>
          <a:p>
            <a:r>
              <a:rPr lang="en-US" dirty="0"/>
              <a:t>Implemented a Python-based Load Management System that distributes  power based on solar prediction, battery energy, and load demand.</a:t>
            </a:r>
          </a:p>
          <a:p>
            <a:r>
              <a:rPr lang="en-US" dirty="0"/>
              <a:t>Simulated 30 days of system operation to ensure uninterrupted power to essential loads while minimizing dependency on grid or generator backup.</a:t>
            </a:r>
            <a:endParaRPr lang="en-IN" dirty="0"/>
          </a:p>
        </p:txBody>
      </p:sp>
      <p:sp>
        <p:nvSpPr>
          <p:cNvPr id="5" name="Slide Number Placeholder 4">
            <a:extLst>
              <a:ext uri="{FF2B5EF4-FFF2-40B4-BE49-F238E27FC236}">
                <a16:creationId xmlns:a16="http://schemas.microsoft.com/office/drawing/2014/main" id="{96F3B267-28DC-B70D-7B19-922AD42F2846}"/>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373404399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E8DD-D2A1-4FFD-8078-D71112E19A42}"/>
              </a:ext>
            </a:extLst>
          </p:cNvPr>
          <p:cNvSpPr>
            <a:spLocks noGrp="1"/>
          </p:cNvSpPr>
          <p:nvPr>
            <p:ph type="title"/>
          </p:nvPr>
        </p:nvSpPr>
        <p:spPr>
          <a:xfrm>
            <a:off x="1330225" y="1057645"/>
            <a:ext cx="8825659" cy="706964"/>
          </a:xfrm>
        </p:spPr>
        <p:txBody>
          <a:bodyPr>
            <a:normAutofit fontScale="90000"/>
          </a:bodyPr>
          <a:lstStyle/>
          <a:p>
            <a:pPr algn="ctr"/>
            <a:r>
              <a:rPr lang="en-US" sz="4900" b="1" dirty="0"/>
              <a:t>Future</a:t>
            </a:r>
            <a:r>
              <a:rPr lang="en-US" sz="4800" b="1" dirty="0"/>
              <a:t> Scope</a:t>
            </a:r>
            <a:br>
              <a:rPr lang="en-US" b="1" dirty="0"/>
            </a:br>
            <a:endParaRPr lang="en-IN" dirty="0"/>
          </a:p>
        </p:txBody>
      </p:sp>
      <p:sp>
        <p:nvSpPr>
          <p:cNvPr id="3" name="Content Placeholder 2">
            <a:extLst>
              <a:ext uri="{FF2B5EF4-FFF2-40B4-BE49-F238E27FC236}">
                <a16:creationId xmlns:a16="http://schemas.microsoft.com/office/drawing/2014/main" id="{821AFC40-8CAC-470C-A3C2-1149B6070DC3}"/>
              </a:ext>
            </a:extLst>
          </p:cNvPr>
          <p:cNvSpPr>
            <a:spLocks noGrp="1"/>
          </p:cNvSpPr>
          <p:nvPr>
            <p:ph idx="1"/>
          </p:nvPr>
        </p:nvSpPr>
        <p:spPr>
          <a:xfrm>
            <a:off x="1154955" y="2603499"/>
            <a:ext cx="8761412" cy="3639645"/>
          </a:xfrm>
        </p:spPr>
        <p:txBody>
          <a:bodyPr>
            <a:normAutofit lnSpcReduction="10000"/>
          </a:bodyPr>
          <a:lstStyle/>
          <a:p>
            <a:pPr>
              <a:buClr>
                <a:schemeClr val="tx1">
                  <a:lumMod val="95000"/>
                  <a:lumOff val="5000"/>
                </a:schemeClr>
              </a:buClr>
              <a:buFont typeface="Arial" panose="020B0604020202020204" pitchFamily="34" charset="0"/>
              <a:buChar char="•"/>
            </a:pPr>
            <a:r>
              <a:rPr lang="en-US" dirty="0"/>
              <a:t>Adding machine learning models to predict future load demand based on historical usage patterns can allow the control system to plan even more efficiently, avoiding blackouts and battery over discharge.</a:t>
            </a:r>
          </a:p>
          <a:p>
            <a:pPr>
              <a:buClr>
                <a:schemeClr val="tx1">
                  <a:lumMod val="95000"/>
                  <a:lumOff val="5000"/>
                </a:schemeClr>
              </a:buClr>
              <a:buFont typeface="Arial" panose="020B0604020202020204" pitchFamily="34" charset="0"/>
              <a:buChar char="•"/>
            </a:pPr>
            <a:r>
              <a:rPr lang="en-US" dirty="0"/>
              <a:t>Implement more detailed load profiling that includes time-of-day consumption patterns, </a:t>
            </a:r>
            <a:r>
              <a:rPr lang="en-US"/>
              <a:t>user preferences ,and</a:t>
            </a:r>
            <a:r>
              <a:rPr lang="en-US" dirty="0"/>
              <a:t> critical load thresholds to allow more control.</a:t>
            </a:r>
          </a:p>
          <a:p>
            <a:pPr>
              <a:buClr>
                <a:schemeClr val="tx1">
                  <a:lumMod val="95000"/>
                  <a:lumOff val="5000"/>
                </a:schemeClr>
              </a:buClr>
              <a:buFont typeface="Arial" panose="020B0604020202020204" pitchFamily="34" charset="0"/>
              <a:buChar char="•"/>
            </a:pPr>
            <a:r>
              <a:rPr lang="en-US" dirty="0"/>
              <a:t>Replace the rule-based lookup table with a fuzzy logic controller or trained reinforcement learning agents to make more adaptive, real-time decisions.</a:t>
            </a:r>
            <a:endParaRPr lang="en-IN" dirty="0"/>
          </a:p>
          <a:p>
            <a:pPr>
              <a:buClr>
                <a:schemeClr val="tx1">
                  <a:lumMod val="95000"/>
                  <a:lumOff val="5000"/>
                </a:schemeClr>
              </a:buClr>
              <a:buFont typeface="Arial" panose="020B0604020202020204" pitchFamily="34" charset="0"/>
              <a:buChar char="•"/>
            </a:pPr>
            <a:r>
              <a:rPr lang="en-US" dirty="0"/>
              <a:t>Develop a simple user interface or dashboard to visualize predicted solar generation, current battery level, and the daily system state for easier monitoring by users or operators.</a:t>
            </a:r>
          </a:p>
        </p:txBody>
      </p:sp>
      <p:sp>
        <p:nvSpPr>
          <p:cNvPr id="4" name="Slide Number Placeholder 3">
            <a:extLst>
              <a:ext uri="{FF2B5EF4-FFF2-40B4-BE49-F238E27FC236}">
                <a16:creationId xmlns:a16="http://schemas.microsoft.com/office/drawing/2014/main" id="{05988D60-D93F-D8F9-5E60-856FFCB0B144}"/>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46096630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41B2B-4FBE-8759-7DB8-C4245DD0C243}"/>
              </a:ext>
            </a:extLst>
          </p:cNvPr>
          <p:cNvSpPr>
            <a:spLocks noGrp="1"/>
          </p:cNvSpPr>
          <p:nvPr>
            <p:ph type="title"/>
          </p:nvPr>
        </p:nvSpPr>
        <p:spPr>
          <a:xfrm>
            <a:off x="1266922" y="945677"/>
            <a:ext cx="8825659" cy="706964"/>
          </a:xfrm>
        </p:spPr>
        <p:txBody>
          <a:bodyPr/>
          <a:lstStyle/>
          <a:p>
            <a:pPr algn="ctr"/>
            <a:r>
              <a:rPr lang="en-US" b="1" dirty="0"/>
              <a:t>Reference</a:t>
            </a:r>
          </a:p>
        </p:txBody>
      </p:sp>
      <p:sp>
        <p:nvSpPr>
          <p:cNvPr id="3" name="Content Placeholder 2">
            <a:extLst>
              <a:ext uri="{FF2B5EF4-FFF2-40B4-BE49-F238E27FC236}">
                <a16:creationId xmlns:a16="http://schemas.microsoft.com/office/drawing/2014/main" id="{8B239658-CC73-195D-F831-FAFE7CCFC084}"/>
              </a:ext>
            </a:extLst>
          </p:cNvPr>
          <p:cNvSpPr>
            <a:spLocks noGrp="1"/>
          </p:cNvSpPr>
          <p:nvPr>
            <p:ph idx="1"/>
          </p:nvPr>
        </p:nvSpPr>
        <p:spPr/>
        <p:txBody>
          <a:bodyPr>
            <a:normAutofit/>
          </a:bodyPr>
          <a:lstStyle/>
          <a:p>
            <a:pPr>
              <a:buAutoNum type="arabicPeriod"/>
            </a:pPr>
            <a:r>
              <a:rPr lang="en-US" sz="1200" dirty="0"/>
              <a:t>Wan, C., Zhao, J., Song, Y., et al. ”Photovoltaic and solar power forecasting for smart grid </a:t>
            </a:r>
            <a:r>
              <a:rPr lang="en-US" sz="1200" dirty="0" err="1"/>
              <a:t>energymanagement</a:t>
            </a:r>
            <a:r>
              <a:rPr lang="en-US" sz="1200" dirty="0"/>
              <a:t>.” CSEE Journal of Power and Energy Systems 1.4 (2015): 38-46. DOI: 10.17775/CSEE-JPES.2015.00046</a:t>
            </a:r>
          </a:p>
          <a:p>
            <a:pPr>
              <a:buAutoNum type="arabicPeriod"/>
            </a:pPr>
            <a:r>
              <a:rPr lang="en-US" sz="1200" dirty="0"/>
              <a:t>Li-Ion Aging Dataset (https://data.nasa.gov/dataset/li-ion-battery-aging-datasets </a:t>
            </a:r>
          </a:p>
          <a:p>
            <a:pPr>
              <a:buAutoNum type="arabicPeriod"/>
            </a:pPr>
            <a:r>
              <a:rPr lang="en-US" sz="1200" dirty="0"/>
              <a:t>”Deep Learning Models for PV Power Forecasting” </a:t>
            </a:r>
            <a:r>
              <a:rPr lang="en-US" sz="1200" dirty="0">
                <a:hlinkClick r:id="rId2"/>
              </a:rPr>
              <a:t>https://www.mdpi.com/1996-1073/17/16/3973</a:t>
            </a:r>
            <a:endParaRPr lang="en-US" sz="1200" dirty="0"/>
          </a:p>
          <a:p>
            <a:pPr>
              <a:buAutoNum type="arabicPeriod"/>
            </a:pPr>
            <a:r>
              <a:rPr lang="en-US" sz="1200" dirty="0"/>
              <a:t>”Load Management System with Integration of Renewable Energy” https://www.researchgate.net/publication/354586799_Load_Management_System_with_Integration_of_Renewable_Energy_Resources </a:t>
            </a:r>
          </a:p>
        </p:txBody>
      </p:sp>
      <p:sp>
        <p:nvSpPr>
          <p:cNvPr id="4" name="Slide Number Placeholder 3">
            <a:extLst>
              <a:ext uri="{FF2B5EF4-FFF2-40B4-BE49-F238E27FC236}">
                <a16:creationId xmlns:a16="http://schemas.microsoft.com/office/drawing/2014/main" id="{12F23E35-76C0-2EC8-84C9-3466A684CCA7}"/>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425956492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4FCA8-4194-49C9-ABE8-605C0F1BF3DD}"/>
              </a:ext>
            </a:extLst>
          </p:cNvPr>
          <p:cNvSpPr>
            <a:spLocks noGrp="1"/>
          </p:cNvSpPr>
          <p:nvPr>
            <p:ph idx="1"/>
          </p:nvPr>
        </p:nvSpPr>
        <p:spPr>
          <a:xfrm>
            <a:off x="1985379" y="3032708"/>
            <a:ext cx="8825659" cy="3416300"/>
          </a:xfrm>
        </p:spPr>
        <p:txBody>
          <a:bodyPr>
            <a:normAutofit/>
          </a:bodyPr>
          <a:lstStyle/>
          <a:p>
            <a:pPr marL="0" indent="0">
              <a:buNone/>
            </a:pPr>
            <a:r>
              <a:rPr lang="en-US" sz="9600" b="1" dirty="0"/>
              <a:t>Thank you</a:t>
            </a:r>
            <a:endParaRPr lang="en-IN" sz="9600" b="1" dirty="0"/>
          </a:p>
        </p:txBody>
      </p:sp>
      <p:sp>
        <p:nvSpPr>
          <p:cNvPr id="2" name="Slide Number Placeholder 1">
            <a:extLst>
              <a:ext uri="{FF2B5EF4-FFF2-40B4-BE49-F238E27FC236}">
                <a16:creationId xmlns:a16="http://schemas.microsoft.com/office/drawing/2014/main" id="{D7C0383E-EDA3-0B75-097C-E81C49E3B5A8}"/>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2697433437"/>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1982</TotalTime>
  <Words>1014</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 New Roman</vt:lpstr>
      <vt:lpstr>Arial</vt:lpstr>
      <vt:lpstr>Calibri</vt:lpstr>
      <vt:lpstr>Century Gothic</vt:lpstr>
      <vt:lpstr>Times New Roman</vt:lpstr>
      <vt:lpstr>Wingdings</vt:lpstr>
      <vt:lpstr>Wingdings 3</vt:lpstr>
      <vt:lpstr>Ion Boardroom</vt:lpstr>
      <vt:lpstr>NATIONAL INSTITUTE OF TECHNOLOGY MEGHALAYA  Department of Electrical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 </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CFD Analysis of Joule’s Heating in Lithium-Ion Battery in Different Suppressing Agent Environments</dc:title>
  <dc:creator>Shivam Kumar</dc:creator>
  <cp:lastModifiedBy>Ayush Raj</cp:lastModifiedBy>
  <cp:revision>26</cp:revision>
  <dcterms:created xsi:type="dcterms:W3CDTF">2025-05-01T07:05:39Z</dcterms:created>
  <dcterms:modified xsi:type="dcterms:W3CDTF">2025-05-19T06:18:50Z</dcterms:modified>
</cp:coreProperties>
</file>